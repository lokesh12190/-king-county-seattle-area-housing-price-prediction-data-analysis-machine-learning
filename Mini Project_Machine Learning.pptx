
<file path=[Content_Types].xml><?xml version="1.0" encoding="utf-8"?>
<Types xmlns="http://schemas.openxmlformats.org/package/2006/content-types">
  <Default ContentType="application/x-fontdata" Extension="fntdata"/>
  <Default ContentType="application/xml" Extension="xml"/>
  <Default ContentType="image/png" Extension="png"/>
  <Default ContentType="application/vnd.openxmlformats-officedocument.obfuscatedFont" Extension="odttf"/>
  <Default ContentType="application/vnd.openxmlformats-package.relationships+xml" Extension="rels"/>
  <Override ContentType="application/vnd.openxmlformats-officedocument.presentationml.notesSlide+xml" PartName="/ppt/notesSlides/notesSlide18.xml"/>
  <Override ContentType="application/vnd.openxmlformats-officedocument.presentationml.notesSlide+xml" PartName="/ppt/notesSlides/notesSlide6.xml"/>
  <Override ContentType="application/vnd.openxmlformats-officedocument.presentationml.notesSlide+xml" PartName="/ppt/notesSlides/notesSlide13.xml"/>
  <Override ContentType="application/vnd.openxmlformats-officedocument.presentationml.notesSlide+xml" PartName="/ppt/notesSlides/notesSlide1.xml"/>
  <Override ContentType="application/vnd.openxmlformats-officedocument.presentationml.notesSlide+xml" PartName="/ppt/notesSlides/notesSlide3.xml"/>
  <Override ContentType="application/vnd.openxmlformats-officedocument.presentationml.notesSlide+xml" PartName="/ppt/notesSlides/notesSlide9.xml"/>
  <Override ContentType="application/vnd.openxmlformats-officedocument.presentationml.notesSlide+xml" PartName="/ppt/notesSlides/notesSlide15.xml"/>
  <Override ContentType="application/vnd.openxmlformats-officedocument.presentationml.notesSlide+xml" PartName="/ppt/notesSlides/notesSlide7.xml"/>
  <Override ContentType="application/vnd.openxmlformats-officedocument.presentationml.notesSlide+xml" PartName="/ppt/notesSlides/notesSlide11.xml"/>
  <Override ContentType="application/vnd.openxmlformats-officedocument.presentationml.notesSlide+xml" PartName="/ppt/notesSlides/notesSlide5.xml"/>
  <Override ContentType="application/vnd.openxmlformats-officedocument.presentationml.notesSlide+xml" PartName="/ppt/notesSlides/notesSlide12.xml"/>
  <Override ContentType="application/vnd.openxmlformats-officedocument.presentationml.notesSlide+xml" PartName="/ppt/notesSlides/notesSlide20.xml"/>
  <Override ContentType="application/vnd.openxmlformats-officedocument.presentationml.notesSlide+xml" PartName="/ppt/notesSlides/notesSlide17.xml"/>
  <Override ContentType="application/vnd.openxmlformats-officedocument.presentationml.notesSlide+xml" PartName="/ppt/notesSlides/notesSlide19.xml"/>
  <Override ContentType="application/vnd.openxmlformats-officedocument.presentationml.notesSlide+xml" PartName="/ppt/notesSlides/notesSlide16.xml"/>
  <Override ContentType="application/vnd.openxmlformats-officedocument.presentationml.notesSlide+xml" PartName="/ppt/notesSlides/notesSlide8.xml"/>
  <Override ContentType="application/vnd.openxmlformats-officedocument.presentationml.notesSlide+xml" PartName="/ppt/notesSlides/notesSlide14.xml"/>
  <Override ContentType="application/vnd.openxmlformats-officedocument.presentationml.notesSlide+xml" PartName="/ppt/notesSlides/notesSlide2.xml"/>
  <Override ContentType="application/vnd.openxmlformats-officedocument.presentationml.notesSlide+xml" PartName="/ppt/notesSlides/notesSlide4.xml"/>
  <Override ContentType="application/vnd.openxmlformats-officedocument.presentationml.notesSlide+xml" PartName="/ppt/notesSlides/notesSlide10.xml"/>
  <Override ContentType="application/vnd.openxmlformats-officedocument.presentationml.slideLayout+xml" PartName="/ppt/slideLayouts/slideLayout3.xml"/>
  <Override ContentType="application/vnd.openxmlformats-officedocument.presentationml.slideLayout+xml" PartName="/ppt/slideLayouts/slideLayout4.xml"/>
  <Override ContentType="application/vnd.openxmlformats-officedocument.presentationml.slideLayout+xml" PartName="/ppt/slideLayouts/slideLayout5.xml"/>
  <Override ContentType="application/vnd.openxmlformats-officedocument.presentationml.slideLayout+xml" PartName="/ppt/slideLayouts/slideLayout2.xml"/>
  <Override ContentType="application/vnd.openxmlformats-officedocument.presentationml.slideLayout+xml" PartName="/ppt/slideLayouts/slideLayout11.xml"/>
  <Override ContentType="application/vnd.openxmlformats-officedocument.presentationml.slideLayout+xml" PartName="/ppt/slideLayouts/slideLayout1.xml"/>
  <Override ContentType="application/vnd.openxmlformats-officedocument.presentationml.slideLayout+xml" PartName="/ppt/slideLayouts/slideLayout10.xml"/>
  <Override ContentType="application/vnd.openxmlformats-officedocument.presentationml.slideLayout+xml" PartName="/ppt/slideLayouts/slideLayout7.xml"/>
  <Override ContentType="application/vnd.openxmlformats-officedocument.presentationml.slideLayout+xml" PartName="/ppt/slideLayouts/slideLayout6.xml"/>
  <Override ContentType="application/vnd.openxmlformats-officedocument.presentationml.slideLayout+xml" PartName="/ppt/slideLayouts/slideLayout8.xml"/>
  <Override ContentType="application/vnd.openxmlformats-officedocument.presentationml.slideLayout+xml" PartName="/ppt/slideLayouts/slideLayout9.xml"/>
  <Override ContentType="application/vnd.openxmlformats-officedocument.presentationml.slideMaster+xml" PartName="/ppt/slideMasters/slideMaster1.xml"/>
  <Override ContentType="application/vnd.openxmlformats-officedocument.presentationml.slide+xml" PartName="/ppt/slides/slide4.xml"/>
  <Override ContentType="application/vnd.openxmlformats-officedocument.presentationml.slide+xml" PartName="/ppt/slides/slide18.xml"/>
  <Override ContentType="application/vnd.openxmlformats-officedocument.presentationml.slide+xml" PartName="/ppt/slides/slide11.xml"/>
  <Override ContentType="application/vnd.openxmlformats-officedocument.presentationml.slide+xml" PartName="/ppt/slides/slide1.xml"/>
  <Override ContentType="application/vnd.openxmlformats-officedocument.presentationml.slide+xml" PartName="/ppt/slides/slide19.xml"/>
  <Override ContentType="application/vnd.openxmlformats-officedocument.presentationml.slide+xml" PartName="/ppt/slides/slide3.xml"/>
  <Override ContentType="application/vnd.openxmlformats-officedocument.presentationml.slide+xml" PartName="/ppt/slides/slide9.xml"/>
  <Override ContentType="application/vnd.openxmlformats-officedocument.presentationml.slide+xml" PartName="/ppt/slides/slide13.xml"/>
  <Override ContentType="application/vnd.openxmlformats-officedocument.presentationml.slide+xml" PartName="/ppt/slides/slide5.xml"/>
  <Override ContentType="application/vnd.openxmlformats-officedocument.presentationml.slide+xml" PartName="/ppt/slides/slide7.xml"/>
  <Override ContentType="application/vnd.openxmlformats-officedocument.presentationml.slide+xml" PartName="/ppt/slides/slide15.xml"/>
  <Override ContentType="application/vnd.openxmlformats-officedocument.presentationml.slide+xml" PartName="/ppt/slides/slide12.xml"/>
  <Override ContentType="application/vnd.openxmlformats-officedocument.presentationml.slide+xml" PartName="/ppt/slides/slide17.xml"/>
  <Override ContentType="application/vnd.openxmlformats-officedocument.presentationml.slide+xml" PartName="/ppt/slides/slide20.xml"/>
  <Override ContentType="application/vnd.openxmlformats-officedocument.presentationml.slide+xml" PartName="/ppt/slides/slide10.xml"/>
  <Override ContentType="application/vnd.openxmlformats-officedocument.presentationml.slide+xml" PartName="/ppt/slides/slide2.xml"/>
  <Override ContentType="application/vnd.openxmlformats-officedocument.presentationml.slide+xml" PartName="/ppt/slides/slide6.xml"/>
  <Override ContentType="application/vnd.openxmlformats-officedocument.presentationml.slide+xml" PartName="/ppt/slides/slide16.xml"/>
  <Override ContentType="application/vnd.openxmlformats-officedocument.presentationml.slide+xml" PartName="/ppt/slides/slide8.xml"/>
  <Override ContentType="application/vnd.openxmlformats-officedocument.presentationml.slide+xml" PartName="/ppt/slides/slide14.xml"/>
  <Override ContentType="application/vnd.openxmlformats-officedocument.presentationml.notesMaster+xml" PartName="/ppt/notesMasters/notesMaster1.xml"/>
  <Override ContentType="application/vnd.openxmlformats-officedocument.presentationml.presentation.main+xml" PartName="/ppt/presentation.xml"/>
  <Override ContentType="application/vnd.openxmlformats-officedocument.presentationml.presProps+xml" PartName="/ppt/presProps.xml"/>
  <Override ContentType="application/vnd.openxmlformats-officedocument.theme+xml" PartName="/ppt/theme/theme1.xml"/>
  <Override ContentType="application/vnd.openxmlformats-officedocument.theme+xml" PartName="/ppt/theme/theme2.xml"/>
  <Override ContentType="application/vnd.openxmlformats-officedocument.presentationml.viewProps+xml" PartName="/ppt/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autoCompressPictures="0" embedTrueTypeFonts="1" strictFirstAndLastChars="0" saveSubsetFonts="1">
  <p:sldMasterIdLst>
    <p:sldMasterId id="2147483659" r:id="rId4"/>
  </p:sldMasterIdLst>
  <p:notesMasterIdLst>
    <p:notesMasterId r:id="rId5"/>
  </p:notesMasterIdLst>
  <p:sldIdLst>
    <p:sldId id="256" r:id="rId6"/>
    <p:sldId id="257" r:id="rId7"/>
    <p:sldId id="258" r:id="rId8"/>
    <p:sldId id="259" r:id="rId9"/>
    <p:sldId id="260" r:id="rId10"/>
    <p:sldId id="261" r:id="rId11"/>
    <p:sldId id="262" r:id="rId12"/>
    <p:sldId id="263" r:id="rId13"/>
    <p:sldId id="264" r:id="rId14"/>
    <p:sldId id="265" r:id="rId15"/>
    <p:sldId id="266" r:id="rId16"/>
    <p:sldId id="267" r:id="rId17"/>
    <p:sldId id="268" r:id="rId18"/>
    <p:sldId id="269" r:id="rId19"/>
    <p:sldId id="270" r:id="rId20"/>
    <p:sldId id="271" r:id="rId21"/>
    <p:sldId id="272" r:id="rId22"/>
    <p:sldId id="273" r:id="rId23"/>
    <p:sldId id="274" r:id="rId24"/>
    <p:sldId id="275" r:id="rId25"/>
  </p:sldIdLst>
  <p:sldSz cy="5143500" cx="9144000"/>
  <p:notesSz cx="6858000" cy="9144000"/>
  <p:embeddedFontLst>
    <p:embeddedFont>
      <p:font typeface="Roboto"/>
      <p:regular r:id="rId26"/>
      <p:bold r:id="rId27"/>
      <p:italic r:id="rId28"/>
      <p:boldItalic r:id="rId29"/>
    </p:embeddedFont>
  </p:embeddedFontLst>
  <p:defaultText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defaultTextStyle>
  <p:extLst>
    <p:ext uri="{EFAFB233-063F-42B5-8137-9DF3F51BA10A}">
      <p15:sldGuideLst>
        <p15:guide id="1" orient="horz" pos="1620">
          <p15:clr>
            <a:srgbClr val="747775"/>
          </p15:clr>
        </p15:guide>
        <p15:guide id="2" pos="2880">
          <p15:clr>
            <a:srgbClr val="747775"/>
          </p15:clr>
        </p15:guide>
      </p15:sldGuideLst>
    </p:ext>
  </p:extLst>
</p:presentation>
</file>

<file path=ppt/presProps.xml><?xml version="1.0" encoding="utf-8"?>
<p:presentation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file>

<file path=ppt/viewProps.xml><?xml version="1.0" encoding="utf-8"?>
<p:view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Comments="0">
  <p:slideViewPr>
    <p:cSldViewPr snapToGrid="0">
      <p:cViewPr varScale="1">
        <p:scale>
          <a:sx n="100" d="100"/>
          <a:sy n="100" d="100"/>
        </p:scale>
        <p:origin x="0" y="0"/>
      </p:cViewPr>
      <p:guideLst>
        <p:guide pos="1620" orient="horz"/>
        <p:guide pos="2880"/>
      </p:guideLst>
    </p:cSldViewPr>
  </p:slideViewPr>
</p:viewPr>
</file>

<file path=ppt/_rels/presentation.xml.rels><?xml version="1.0" encoding="UTF-8" standalone="yes"?><Relationships xmlns="http://schemas.openxmlformats.org/package/2006/relationships"><Relationship Id="rId20" Type="http://schemas.openxmlformats.org/officeDocument/2006/relationships/slide" Target="slides/slide15.xml"/><Relationship Id="rId22" Type="http://schemas.openxmlformats.org/officeDocument/2006/relationships/slide" Target="slides/slide17.xml"/><Relationship Id="rId21" Type="http://schemas.openxmlformats.org/officeDocument/2006/relationships/slide" Target="slides/slide16.xml"/><Relationship Id="rId24" Type="http://schemas.openxmlformats.org/officeDocument/2006/relationships/slide" Target="slides/slide19.xml"/><Relationship Id="rId23" Type="http://schemas.openxmlformats.org/officeDocument/2006/relationships/slide" Target="slides/slide18.xml"/><Relationship Id="rId1" Type="http://schemas.openxmlformats.org/officeDocument/2006/relationships/theme" Target="theme/theme2.xml"/><Relationship Id="rId2" Type="http://schemas.openxmlformats.org/officeDocument/2006/relationships/viewProps" Target="viewProps.xml"/><Relationship Id="rId3" Type="http://schemas.openxmlformats.org/officeDocument/2006/relationships/presProps" Target="presProps.xml"/><Relationship Id="rId4" Type="http://schemas.openxmlformats.org/officeDocument/2006/relationships/slideMaster" Target="slideMasters/slideMaster1.xml"/><Relationship Id="rId9" Type="http://schemas.openxmlformats.org/officeDocument/2006/relationships/slide" Target="slides/slide4.xml"/><Relationship Id="rId26" Type="http://schemas.openxmlformats.org/officeDocument/2006/relationships/font" Target="fonts/Roboto-regular.fntdata"/><Relationship Id="rId25" Type="http://schemas.openxmlformats.org/officeDocument/2006/relationships/slide" Target="slides/slide20.xml"/><Relationship Id="rId28" Type="http://schemas.openxmlformats.org/officeDocument/2006/relationships/font" Target="fonts/Roboto-italic.fntdata"/><Relationship Id="rId27" Type="http://schemas.openxmlformats.org/officeDocument/2006/relationships/font" Target="fonts/Roboto-bold.fntdata"/><Relationship Id="rId5" Type="http://schemas.openxmlformats.org/officeDocument/2006/relationships/notesMaster" Target="notesMasters/notesMaster1.xml"/><Relationship Id="rId6" Type="http://schemas.openxmlformats.org/officeDocument/2006/relationships/slide" Target="slides/slide1.xml"/><Relationship Id="rId29" Type="http://schemas.openxmlformats.org/officeDocument/2006/relationships/font" Target="fonts/Roboto-boldItalic.fntdata"/><Relationship Id="rId7" Type="http://schemas.openxmlformats.org/officeDocument/2006/relationships/slide" Target="slides/slide2.xml"/><Relationship Id="rId8" Type="http://schemas.openxmlformats.org/officeDocument/2006/relationships/slide" Target="slides/slide3.xml"/><Relationship Id="rId11" Type="http://schemas.openxmlformats.org/officeDocument/2006/relationships/slide" Target="slides/slide6.xml"/><Relationship Id="rId10" Type="http://schemas.openxmlformats.org/officeDocument/2006/relationships/slide" Target="slides/slide5.xml"/><Relationship Id="rId13" Type="http://schemas.openxmlformats.org/officeDocument/2006/relationships/slide" Target="slides/slide8.xml"/><Relationship Id="rId12" Type="http://schemas.openxmlformats.org/officeDocument/2006/relationships/slide" Target="slides/slide7.xml"/><Relationship Id="rId15" Type="http://schemas.openxmlformats.org/officeDocument/2006/relationships/slide" Target="slides/slide10.xml"/><Relationship Id="rId14" Type="http://schemas.openxmlformats.org/officeDocument/2006/relationships/slide" Target="slides/slide9.xml"/><Relationship Id="rId17" Type="http://schemas.openxmlformats.org/officeDocument/2006/relationships/slide" Target="slides/slide12.xml"/><Relationship Id="rId16" Type="http://schemas.openxmlformats.org/officeDocument/2006/relationships/slide" Target="slides/slide11.xml"/><Relationship Id="rId19" Type="http://schemas.openxmlformats.org/officeDocument/2006/relationships/slide" Target="slides/slide14.xml"/><Relationship Id="rId18" Type="http://schemas.openxmlformats.org/officeDocument/2006/relationships/slide" Target="slides/slide13.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1.xml"/></Relationships>
</file>

<file path=ppt/notesMasters/notesMaster1.xml><?xml version="1.0" encoding="utf-8"?>
<p:notes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 name="Shape 2"/>
        <p:cNvGrpSpPr/>
        <p:nvPr/>
      </p:nvGrpSpPr>
      <p:grpSpPr>
        <a:xfrm>
          <a:off x="0" y="0"/>
          <a:ext cx="0" cy="0"/>
          <a:chOff x="0" y="0"/>
          <a:chExt cx="0" cy="0"/>
        </a:xfrm>
      </p:grpSpPr>
      <p:sp>
        <p:nvSpPr>
          <p:cNvPr id="3" name="Google Shape;3;n"/>
          <p:cNvSpPr/>
          <p:nvPr>
            <p:ph idx="2" type="sldImg"/>
          </p:nvPr>
        </p:nvSpPr>
        <p:spPr>
          <a:xfrm>
            <a:off x="381300" y="685800"/>
            <a:ext cx="6096075"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4" name="Google Shape;4;n"/>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lvl1pPr indent="-298450" lvl="0" marL="457200">
              <a:spcBef>
                <a:spcPts val="0"/>
              </a:spcBef>
              <a:spcAft>
                <a:spcPts val="0"/>
              </a:spcAft>
              <a:buSzPts val="1100"/>
              <a:buChar char="●"/>
              <a:defRPr sz="1100"/>
            </a:lvl1pPr>
            <a:lvl2pPr indent="-298450" lvl="1" marL="914400">
              <a:spcBef>
                <a:spcPts val="0"/>
              </a:spcBef>
              <a:spcAft>
                <a:spcPts val="0"/>
              </a:spcAft>
              <a:buSzPts val="1100"/>
              <a:buChar char="○"/>
              <a:defRPr sz="1100"/>
            </a:lvl2pPr>
            <a:lvl3pPr indent="-298450" lvl="2" marL="1371600">
              <a:spcBef>
                <a:spcPts val="0"/>
              </a:spcBef>
              <a:spcAft>
                <a:spcPts val="0"/>
              </a:spcAft>
              <a:buSzPts val="1100"/>
              <a:buChar char="■"/>
              <a:defRPr sz="1100"/>
            </a:lvl3pPr>
            <a:lvl4pPr indent="-298450" lvl="3" marL="1828800">
              <a:spcBef>
                <a:spcPts val="0"/>
              </a:spcBef>
              <a:spcAft>
                <a:spcPts val="0"/>
              </a:spcAft>
              <a:buSzPts val="1100"/>
              <a:buChar char="●"/>
              <a:defRPr sz="1100"/>
            </a:lvl4pPr>
            <a:lvl5pPr indent="-298450" lvl="4" marL="2286000">
              <a:spcBef>
                <a:spcPts val="0"/>
              </a:spcBef>
              <a:spcAft>
                <a:spcPts val="0"/>
              </a:spcAft>
              <a:buSzPts val="1100"/>
              <a:buChar char="○"/>
              <a:defRPr sz="1100"/>
            </a:lvl5pPr>
            <a:lvl6pPr indent="-298450" lvl="5" marL="2743200">
              <a:spcBef>
                <a:spcPts val="0"/>
              </a:spcBef>
              <a:spcAft>
                <a:spcPts val="0"/>
              </a:spcAft>
              <a:buSzPts val="1100"/>
              <a:buChar char="■"/>
              <a:defRPr sz="1100"/>
            </a:lvl6pPr>
            <a:lvl7pPr indent="-298450" lvl="6" marL="3200400">
              <a:spcBef>
                <a:spcPts val="0"/>
              </a:spcBef>
              <a:spcAft>
                <a:spcPts val="0"/>
              </a:spcAft>
              <a:buSzPts val="1100"/>
              <a:buChar char="●"/>
              <a:defRPr sz="1100"/>
            </a:lvl7pPr>
            <a:lvl8pPr indent="-298450" lvl="7" marL="3657600">
              <a:spcBef>
                <a:spcPts val="0"/>
              </a:spcBef>
              <a:spcAft>
                <a:spcPts val="0"/>
              </a:spcAft>
              <a:buSzPts val="1100"/>
              <a:buChar char="○"/>
              <a:defRPr sz="1100"/>
            </a:lvl8pPr>
            <a:lvl9pPr indent="-298450" lvl="8" marL="4114800">
              <a:spcBef>
                <a:spcPts val="0"/>
              </a:spcBef>
              <a:spcAft>
                <a:spcPts val="0"/>
              </a:spcAft>
              <a:buSzPts val="1100"/>
              <a:buChar char="■"/>
              <a:defRPr sz="1100"/>
            </a:lvl9pPr>
          </a:lstStyle>
          <a:p/>
        </p:txBody>
      </p:sp>
    </p:spTree>
  </p:cSld>
  <p:clrMap accent1="accent1" accent2="accent2" accent3="accent3" accent4="accent4" accent5="accent5" accent6="accent6" bg1="lt1" bg2="dk2" tx1="dk1" tx2="lt2" folHlink="folHlink" hlink="hlink"/>
  <p:notes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0" name="Shape 50"/>
        <p:cNvGrpSpPr/>
        <p:nvPr/>
      </p:nvGrpSpPr>
      <p:grpSpPr>
        <a:xfrm>
          <a:off x="0" y="0"/>
          <a:ext cx="0" cy="0"/>
          <a:chOff x="0" y="0"/>
          <a:chExt cx="0" cy="0"/>
        </a:xfrm>
      </p:grpSpPr>
      <p:sp>
        <p:nvSpPr>
          <p:cNvPr id="51" name="Google Shape;51;p:notes"/>
          <p:cNvSpPr/>
          <p:nvPr>
            <p:ph idx="2" type="sldImg"/>
          </p:nvPr>
        </p:nvSpPr>
        <p:spPr>
          <a:xfrm>
            <a:off x="381300" y="685800"/>
            <a:ext cx="6096075" cy="3429000"/>
          </a:xfrm>
          <a:custGeom>
            <a:rect b="b" l="l" r="r" t="t"/>
            <a:pathLst>
              <a:path extrusionOk="0" h="120000" w="120000">
                <a:moveTo>
                  <a:pt x="0" y="0"/>
                </a:moveTo>
                <a:lnTo>
                  <a:pt x="120000" y="0"/>
                </a:lnTo>
                <a:lnTo>
                  <a:pt x="120000" y="120000"/>
                </a:lnTo>
                <a:lnTo>
                  <a:pt x="0" y="120000"/>
                </a:lnTo>
                <a:close/>
              </a:path>
            </a:pathLst>
          </a:custGeom>
        </p:spPr>
      </p:sp>
      <p:sp>
        <p:nvSpPr>
          <p:cNvPr id="52" name="Google Shape;52;p: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7" name="Shape 57"/>
        <p:cNvGrpSpPr/>
        <p:nvPr/>
      </p:nvGrpSpPr>
      <p:grpSpPr>
        <a:xfrm>
          <a:off x="0" y="0"/>
          <a:ext cx="0" cy="0"/>
          <a:chOff x="0" y="0"/>
          <a:chExt cx="0" cy="0"/>
        </a:xfrm>
      </p:grpSpPr>
      <p:sp>
        <p:nvSpPr>
          <p:cNvPr id="58" name="Google Shape;58;g3a13204ed3a_0_2: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59" name="Google Shape;59;g3a13204ed3a_0_2: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3" name="Shape 63"/>
        <p:cNvGrpSpPr/>
        <p:nvPr/>
      </p:nvGrpSpPr>
      <p:grpSpPr>
        <a:xfrm>
          <a:off x="0" y="0"/>
          <a:ext cx="0" cy="0"/>
          <a:chOff x="0" y="0"/>
          <a:chExt cx="0" cy="0"/>
        </a:xfrm>
      </p:grpSpPr>
      <p:sp>
        <p:nvSpPr>
          <p:cNvPr id="64" name="Google Shape;64;g3a13204ed3a_0_172: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65" name="Google Shape;65;g3a13204ed3a_0_172: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0" name="Shape 80"/>
        <p:cNvGrpSpPr/>
        <p:nvPr/>
      </p:nvGrpSpPr>
      <p:grpSpPr>
        <a:xfrm>
          <a:off x="0" y="0"/>
          <a:ext cx="0" cy="0"/>
          <a:chOff x="0" y="0"/>
          <a:chExt cx="0" cy="0"/>
        </a:xfrm>
      </p:grpSpPr>
      <p:sp>
        <p:nvSpPr>
          <p:cNvPr id="81" name="Google Shape;81;g3a13204ed3a_0_58: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82" name="Google Shape;82;g3a13204ed3a_0_58: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9" name="Shape 89"/>
        <p:cNvGrpSpPr/>
        <p:nvPr/>
      </p:nvGrpSpPr>
      <p:grpSpPr>
        <a:xfrm>
          <a:off x="0" y="0"/>
          <a:ext cx="0" cy="0"/>
          <a:chOff x="0" y="0"/>
          <a:chExt cx="0" cy="0"/>
        </a:xfrm>
      </p:grpSpPr>
      <p:sp>
        <p:nvSpPr>
          <p:cNvPr id="90" name="Google Shape;90;g3a13204ed3a_0_7: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91" name="Google Shape;91;g3a13204ed3a_0_7: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7" name="Shape 97"/>
        <p:cNvGrpSpPr/>
        <p:nvPr/>
      </p:nvGrpSpPr>
      <p:grpSpPr>
        <a:xfrm>
          <a:off x="0" y="0"/>
          <a:ext cx="0" cy="0"/>
          <a:chOff x="0" y="0"/>
          <a:chExt cx="0" cy="0"/>
        </a:xfrm>
      </p:grpSpPr>
      <p:sp>
        <p:nvSpPr>
          <p:cNvPr id="98" name="Google Shape;98;g3a13204ed3a_0_67: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99" name="Google Shape;99;g3a13204ed3a_0_67: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08" name="Shape 108"/>
        <p:cNvGrpSpPr/>
        <p:nvPr/>
      </p:nvGrpSpPr>
      <p:grpSpPr>
        <a:xfrm>
          <a:off x="0" y="0"/>
          <a:ext cx="0" cy="0"/>
          <a:chOff x="0" y="0"/>
          <a:chExt cx="0" cy="0"/>
        </a:xfrm>
      </p:grpSpPr>
      <p:sp>
        <p:nvSpPr>
          <p:cNvPr id="109" name="Google Shape;109;g3a13204ed3a_0_101: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10" name="Google Shape;110;g3a13204ed3a_0_101: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19" name="Shape 119"/>
        <p:cNvGrpSpPr/>
        <p:nvPr/>
      </p:nvGrpSpPr>
      <p:grpSpPr>
        <a:xfrm>
          <a:off x="0" y="0"/>
          <a:ext cx="0" cy="0"/>
          <a:chOff x="0" y="0"/>
          <a:chExt cx="0" cy="0"/>
        </a:xfrm>
      </p:grpSpPr>
      <p:sp>
        <p:nvSpPr>
          <p:cNvPr id="120" name="Google Shape;120;g3a13204ed3a_3_23: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21" name="Google Shape;121;g3a13204ed3a_3_23: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25" name="Shape 125"/>
        <p:cNvGrpSpPr/>
        <p:nvPr/>
      </p:nvGrpSpPr>
      <p:grpSpPr>
        <a:xfrm>
          <a:off x="0" y="0"/>
          <a:ext cx="0" cy="0"/>
          <a:chOff x="0" y="0"/>
          <a:chExt cx="0" cy="0"/>
        </a:xfrm>
      </p:grpSpPr>
      <p:sp>
        <p:nvSpPr>
          <p:cNvPr id="126" name="Google Shape;126;g3a13204ed3a_0_185: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27" name="Google Shape;127;g3a13204ed3a_0_185: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38" name="Shape 138"/>
        <p:cNvGrpSpPr/>
        <p:nvPr/>
      </p:nvGrpSpPr>
      <p:grpSpPr>
        <a:xfrm>
          <a:off x="0" y="0"/>
          <a:ext cx="0" cy="0"/>
          <a:chOff x="0" y="0"/>
          <a:chExt cx="0" cy="0"/>
        </a:xfrm>
      </p:grpSpPr>
      <p:sp>
        <p:nvSpPr>
          <p:cNvPr id="139" name="Google Shape;139;g3a13204ed3a_0_16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40" name="Google Shape;140;g3a13204ed3a_0_16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47" name="Shape 147"/>
        <p:cNvGrpSpPr/>
        <p:nvPr/>
      </p:nvGrpSpPr>
      <p:grpSpPr>
        <a:xfrm>
          <a:off x="0" y="0"/>
          <a:ext cx="0" cy="0"/>
          <a:chOff x="0" y="0"/>
          <a:chExt cx="0" cy="0"/>
        </a:xfrm>
      </p:grpSpPr>
      <p:sp>
        <p:nvSpPr>
          <p:cNvPr id="148" name="Google Shape;148;g3a13204ed3a_3_12: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49" name="Google Shape;149;g3a13204ed3a_3_12: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54" name="Shape 154"/>
        <p:cNvGrpSpPr/>
        <p:nvPr/>
      </p:nvGrpSpPr>
      <p:grpSpPr>
        <a:xfrm>
          <a:off x="0" y="0"/>
          <a:ext cx="0" cy="0"/>
          <a:chOff x="0" y="0"/>
          <a:chExt cx="0" cy="0"/>
        </a:xfrm>
      </p:grpSpPr>
      <p:sp>
        <p:nvSpPr>
          <p:cNvPr id="155" name="Google Shape;155;g3a13204ed3a_3_33: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56" name="Google Shape;156;g3a13204ed3a_3_33: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60" name="Shape 160"/>
        <p:cNvGrpSpPr/>
        <p:nvPr/>
      </p:nvGrpSpPr>
      <p:grpSpPr>
        <a:xfrm>
          <a:off x="0" y="0"/>
          <a:ext cx="0" cy="0"/>
          <a:chOff x="0" y="0"/>
          <a:chExt cx="0" cy="0"/>
        </a:xfrm>
      </p:grpSpPr>
      <p:sp>
        <p:nvSpPr>
          <p:cNvPr id="161" name="Google Shape;161;g3a13204ed3a_3_41: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62" name="Google Shape;162;g3a13204ed3a_3_41: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66" name="Shape 166"/>
        <p:cNvGrpSpPr/>
        <p:nvPr/>
      </p:nvGrpSpPr>
      <p:grpSpPr>
        <a:xfrm>
          <a:off x="0" y="0"/>
          <a:ext cx="0" cy="0"/>
          <a:chOff x="0" y="0"/>
          <a:chExt cx="0" cy="0"/>
        </a:xfrm>
      </p:grpSpPr>
      <p:sp>
        <p:nvSpPr>
          <p:cNvPr id="167" name="Google Shape;167;g3a13204ed3a_3_47: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68" name="Google Shape;168;g3a13204ed3a_3_47: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72" name="Shape 172"/>
        <p:cNvGrpSpPr/>
        <p:nvPr/>
      </p:nvGrpSpPr>
      <p:grpSpPr>
        <a:xfrm>
          <a:off x="0" y="0"/>
          <a:ext cx="0" cy="0"/>
          <a:chOff x="0" y="0"/>
          <a:chExt cx="0" cy="0"/>
        </a:xfrm>
      </p:grpSpPr>
      <p:sp>
        <p:nvSpPr>
          <p:cNvPr id="173" name="Google Shape;173;g3a13204ed3a_0_154: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74" name="Google Shape;174;g3a13204ed3a_0_154: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79" name="Shape 179"/>
        <p:cNvGrpSpPr/>
        <p:nvPr/>
      </p:nvGrpSpPr>
      <p:grpSpPr>
        <a:xfrm>
          <a:off x="0" y="0"/>
          <a:ext cx="0" cy="0"/>
          <a:chOff x="0" y="0"/>
          <a:chExt cx="0" cy="0"/>
        </a:xfrm>
      </p:grpSpPr>
      <p:sp>
        <p:nvSpPr>
          <p:cNvPr id="180" name="Google Shape;180;g3a13204ed3a_0_24: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81" name="Google Shape;181;g3a13204ed3a_0_24: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86" name="Shape 186"/>
        <p:cNvGrpSpPr/>
        <p:nvPr/>
      </p:nvGrpSpPr>
      <p:grpSpPr>
        <a:xfrm>
          <a:off x="0" y="0"/>
          <a:ext cx="0" cy="0"/>
          <a:chOff x="0" y="0"/>
          <a:chExt cx="0" cy="0"/>
        </a:xfrm>
      </p:grpSpPr>
      <p:sp>
        <p:nvSpPr>
          <p:cNvPr id="187" name="Google Shape;187;g3a13204ed3a_0_12: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88" name="Google Shape;188;g3a13204ed3a_0_12: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92" name="Shape 192"/>
        <p:cNvGrpSpPr/>
        <p:nvPr/>
      </p:nvGrpSpPr>
      <p:grpSpPr>
        <a:xfrm>
          <a:off x="0" y="0"/>
          <a:ext cx="0" cy="0"/>
          <a:chOff x="0" y="0"/>
          <a:chExt cx="0" cy="0"/>
        </a:xfrm>
      </p:grpSpPr>
      <p:sp>
        <p:nvSpPr>
          <p:cNvPr id="193" name="Google Shape;193;g3a13204ed3a_0_29: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94" name="Google Shape;194;g3a13204ed3a_0_29: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98" name="Shape 198"/>
        <p:cNvGrpSpPr/>
        <p:nvPr/>
      </p:nvGrpSpPr>
      <p:grpSpPr>
        <a:xfrm>
          <a:off x="0" y="0"/>
          <a:ext cx="0" cy="0"/>
          <a:chOff x="0" y="0"/>
          <a:chExt cx="0" cy="0"/>
        </a:xfrm>
      </p:grpSpPr>
      <p:sp>
        <p:nvSpPr>
          <p:cNvPr id="199" name="Google Shape;199;g3a13204ed3a_0_34: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00" name="Google Shape;200;g3a13204ed3a_0_34: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04" name="Shape 204"/>
        <p:cNvGrpSpPr/>
        <p:nvPr/>
      </p:nvGrpSpPr>
      <p:grpSpPr>
        <a:xfrm>
          <a:off x="0" y="0"/>
          <a:ext cx="0" cy="0"/>
          <a:chOff x="0" y="0"/>
          <a:chExt cx="0" cy="0"/>
        </a:xfrm>
      </p:grpSpPr>
      <p:sp>
        <p:nvSpPr>
          <p:cNvPr id="205" name="Google Shape;205;g3a13204ed3a_0_39: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06" name="Google Shape;206;g3a13204ed3a_0_39: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slide" type="title">
  <p:cSld name="TITLE">
    <p:spTree>
      <p:nvGrpSpPr>
        <p:cNvPr id="9" name="Shape 9"/>
        <p:cNvGrpSpPr/>
        <p:nvPr/>
      </p:nvGrpSpPr>
      <p:grpSpPr>
        <a:xfrm>
          <a:off x="0" y="0"/>
          <a:ext cx="0" cy="0"/>
          <a:chOff x="0" y="0"/>
          <a:chExt cx="0" cy="0"/>
        </a:xfrm>
      </p:grpSpPr>
      <p:sp>
        <p:nvSpPr>
          <p:cNvPr id="10" name="Google Shape;10;p2"/>
          <p:cNvSpPr txBox="1"/>
          <p:nvPr>
            <p:ph type="ctrTitle"/>
          </p:nvPr>
        </p:nvSpPr>
        <p:spPr>
          <a:xfrm>
            <a:off x="311708" y="744575"/>
            <a:ext cx="8520600" cy="2052600"/>
          </a:xfrm>
          <a:prstGeom prst="rect">
            <a:avLst/>
          </a:prstGeom>
        </p:spPr>
        <p:txBody>
          <a:bodyPr anchorCtr="0" anchor="b" bIns="91425" lIns="91425" spcFirstLastPara="1" rIns="91425" wrap="square" tIns="91425">
            <a:normAutofit/>
          </a:bodyPr>
          <a:lstStyle>
            <a:lvl1pPr lvl="0" algn="ctr">
              <a:spcBef>
                <a:spcPts val="0"/>
              </a:spcBef>
              <a:spcAft>
                <a:spcPts val="0"/>
              </a:spcAft>
              <a:buSzPts val="5200"/>
              <a:buNone/>
              <a:defRPr sz="5200"/>
            </a:lvl1pPr>
            <a:lvl2pPr lvl="1" algn="ctr">
              <a:spcBef>
                <a:spcPts val="0"/>
              </a:spcBef>
              <a:spcAft>
                <a:spcPts val="0"/>
              </a:spcAft>
              <a:buSzPts val="5200"/>
              <a:buNone/>
              <a:defRPr sz="5200"/>
            </a:lvl2pPr>
            <a:lvl3pPr lvl="2" algn="ctr">
              <a:spcBef>
                <a:spcPts val="0"/>
              </a:spcBef>
              <a:spcAft>
                <a:spcPts val="0"/>
              </a:spcAft>
              <a:buSzPts val="5200"/>
              <a:buNone/>
              <a:defRPr sz="5200"/>
            </a:lvl3pPr>
            <a:lvl4pPr lvl="3" algn="ctr">
              <a:spcBef>
                <a:spcPts val="0"/>
              </a:spcBef>
              <a:spcAft>
                <a:spcPts val="0"/>
              </a:spcAft>
              <a:buSzPts val="5200"/>
              <a:buNone/>
              <a:defRPr sz="5200"/>
            </a:lvl4pPr>
            <a:lvl5pPr lvl="4" algn="ctr">
              <a:spcBef>
                <a:spcPts val="0"/>
              </a:spcBef>
              <a:spcAft>
                <a:spcPts val="0"/>
              </a:spcAft>
              <a:buSzPts val="5200"/>
              <a:buNone/>
              <a:defRPr sz="5200"/>
            </a:lvl5pPr>
            <a:lvl6pPr lvl="5" algn="ctr">
              <a:spcBef>
                <a:spcPts val="0"/>
              </a:spcBef>
              <a:spcAft>
                <a:spcPts val="0"/>
              </a:spcAft>
              <a:buSzPts val="5200"/>
              <a:buNone/>
              <a:defRPr sz="5200"/>
            </a:lvl6pPr>
            <a:lvl7pPr lvl="6" algn="ctr">
              <a:spcBef>
                <a:spcPts val="0"/>
              </a:spcBef>
              <a:spcAft>
                <a:spcPts val="0"/>
              </a:spcAft>
              <a:buSzPts val="5200"/>
              <a:buNone/>
              <a:defRPr sz="5200"/>
            </a:lvl7pPr>
            <a:lvl8pPr lvl="7" algn="ctr">
              <a:spcBef>
                <a:spcPts val="0"/>
              </a:spcBef>
              <a:spcAft>
                <a:spcPts val="0"/>
              </a:spcAft>
              <a:buSzPts val="5200"/>
              <a:buNone/>
              <a:defRPr sz="5200"/>
            </a:lvl8pPr>
            <a:lvl9pPr lvl="8" algn="ctr">
              <a:spcBef>
                <a:spcPts val="0"/>
              </a:spcBef>
              <a:spcAft>
                <a:spcPts val="0"/>
              </a:spcAft>
              <a:buSzPts val="5200"/>
              <a:buNone/>
              <a:defRPr sz="5200"/>
            </a:lvl9pPr>
          </a:lstStyle>
          <a:p/>
        </p:txBody>
      </p:sp>
      <p:sp>
        <p:nvSpPr>
          <p:cNvPr id="11" name="Google Shape;11;p2"/>
          <p:cNvSpPr txBox="1"/>
          <p:nvPr>
            <p:ph idx="1" type="subTitle"/>
          </p:nvPr>
        </p:nvSpPr>
        <p:spPr>
          <a:xfrm>
            <a:off x="311700" y="2834125"/>
            <a:ext cx="8520600" cy="792600"/>
          </a:xfrm>
          <a:prstGeom prst="rect">
            <a:avLst/>
          </a:prstGeom>
        </p:spPr>
        <p:txBody>
          <a:bodyPr anchorCtr="0" anchor="t" bIns="91425" lIns="91425" spcFirstLastPara="1" rIns="91425" wrap="square" tIns="91425">
            <a:normAutofit/>
          </a:bodyPr>
          <a:lstStyle>
            <a:lvl1pPr lvl="0" algn="ctr">
              <a:lnSpc>
                <a:spcPct val="100000"/>
              </a:lnSpc>
              <a:spcBef>
                <a:spcPts val="0"/>
              </a:spcBef>
              <a:spcAft>
                <a:spcPts val="0"/>
              </a:spcAft>
              <a:buSzPts val="2800"/>
              <a:buNone/>
              <a:defRPr sz="2800"/>
            </a:lvl1pPr>
            <a:lvl2pPr lvl="1" algn="ctr">
              <a:lnSpc>
                <a:spcPct val="100000"/>
              </a:lnSpc>
              <a:spcBef>
                <a:spcPts val="0"/>
              </a:spcBef>
              <a:spcAft>
                <a:spcPts val="0"/>
              </a:spcAft>
              <a:buSzPts val="2800"/>
              <a:buNone/>
              <a:defRPr sz="2800"/>
            </a:lvl2pPr>
            <a:lvl3pPr lvl="2" algn="ctr">
              <a:lnSpc>
                <a:spcPct val="100000"/>
              </a:lnSpc>
              <a:spcBef>
                <a:spcPts val="0"/>
              </a:spcBef>
              <a:spcAft>
                <a:spcPts val="0"/>
              </a:spcAft>
              <a:buSzPts val="2800"/>
              <a:buNone/>
              <a:defRPr sz="2800"/>
            </a:lvl3pPr>
            <a:lvl4pPr lvl="3" algn="ctr">
              <a:lnSpc>
                <a:spcPct val="100000"/>
              </a:lnSpc>
              <a:spcBef>
                <a:spcPts val="0"/>
              </a:spcBef>
              <a:spcAft>
                <a:spcPts val="0"/>
              </a:spcAft>
              <a:buSzPts val="2800"/>
              <a:buNone/>
              <a:defRPr sz="2800"/>
            </a:lvl4pPr>
            <a:lvl5pPr lvl="4" algn="ctr">
              <a:lnSpc>
                <a:spcPct val="100000"/>
              </a:lnSpc>
              <a:spcBef>
                <a:spcPts val="0"/>
              </a:spcBef>
              <a:spcAft>
                <a:spcPts val="0"/>
              </a:spcAft>
              <a:buSzPts val="2800"/>
              <a:buNone/>
              <a:defRPr sz="2800"/>
            </a:lvl5pPr>
            <a:lvl6pPr lvl="5" algn="ctr">
              <a:lnSpc>
                <a:spcPct val="100000"/>
              </a:lnSpc>
              <a:spcBef>
                <a:spcPts val="0"/>
              </a:spcBef>
              <a:spcAft>
                <a:spcPts val="0"/>
              </a:spcAft>
              <a:buSzPts val="2800"/>
              <a:buNone/>
              <a:defRPr sz="2800"/>
            </a:lvl6pPr>
            <a:lvl7pPr lvl="6" algn="ctr">
              <a:lnSpc>
                <a:spcPct val="100000"/>
              </a:lnSpc>
              <a:spcBef>
                <a:spcPts val="0"/>
              </a:spcBef>
              <a:spcAft>
                <a:spcPts val="0"/>
              </a:spcAft>
              <a:buSzPts val="2800"/>
              <a:buNone/>
              <a:defRPr sz="2800"/>
            </a:lvl7pPr>
            <a:lvl8pPr lvl="7" algn="ctr">
              <a:lnSpc>
                <a:spcPct val="100000"/>
              </a:lnSpc>
              <a:spcBef>
                <a:spcPts val="0"/>
              </a:spcBef>
              <a:spcAft>
                <a:spcPts val="0"/>
              </a:spcAft>
              <a:buSzPts val="2800"/>
              <a:buNone/>
              <a:defRPr sz="2800"/>
            </a:lvl8pPr>
            <a:lvl9pPr lvl="8" algn="ctr">
              <a:lnSpc>
                <a:spcPct val="100000"/>
              </a:lnSpc>
              <a:spcBef>
                <a:spcPts val="0"/>
              </a:spcBef>
              <a:spcAft>
                <a:spcPts val="0"/>
              </a:spcAft>
              <a:buSzPts val="2800"/>
              <a:buNone/>
              <a:defRPr sz="2800"/>
            </a:lvl9pPr>
          </a:lstStyle>
          <a:p/>
        </p:txBody>
      </p:sp>
      <p:sp>
        <p:nvSpPr>
          <p:cNvPr id="12" name="Google Shape;12;p2"/>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header" type="secHead">
  <p:cSld name="SECTION_HEADER">
    <p:spTree>
      <p:nvGrpSpPr>
        <p:cNvPr id="13" name="Shape 13"/>
        <p:cNvGrpSpPr/>
        <p:nvPr/>
      </p:nvGrpSpPr>
      <p:grpSpPr>
        <a:xfrm>
          <a:off x="0" y="0"/>
          <a:ext cx="0" cy="0"/>
          <a:chOff x="0" y="0"/>
          <a:chExt cx="0" cy="0"/>
        </a:xfrm>
      </p:grpSpPr>
      <p:sp>
        <p:nvSpPr>
          <p:cNvPr id="14" name="Google Shape;14;p3"/>
          <p:cNvSpPr txBox="1"/>
          <p:nvPr>
            <p:ph type="title"/>
          </p:nvPr>
        </p:nvSpPr>
        <p:spPr>
          <a:xfrm>
            <a:off x="311700" y="2150850"/>
            <a:ext cx="8520600" cy="841800"/>
          </a:xfrm>
          <a:prstGeom prst="rect">
            <a:avLst/>
          </a:prstGeom>
        </p:spPr>
        <p:txBody>
          <a:bodyPr anchorCtr="0" anchor="ctr" bIns="91425" lIns="91425" spcFirstLastPara="1" rIns="91425" wrap="square" tIns="91425">
            <a:normAutofit/>
          </a:bodyPr>
          <a:lstStyle>
            <a:lvl1pPr lvl="0" algn="ctr">
              <a:spcBef>
                <a:spcPts val="0"/>
              </a:spcBef>
              <a:spcAft>
                <a:spcPts val="0"/>
              </a:spcAft>
              <a:buSzPts val="3600"/>
              <a:buNone/>
              <a:defRPr sz="3600"/>
            </a:lvl1pPr>
            <a:lvl2pPr lvl="1" algn="ctr">
              <a:spcBef>
                <a:spcPts val="0"/>
              </a:spcBef>
              <a:spcAft>
                <a:spcPts val="0"/>
              </a:spcAft>
              <a:buSzPts val="3600"/>
              <a:buNone/>
              <a:defRPr sz="3600"/>
            </a:lvl2pPr>
            <a:lvl3pPr lvl="2" algn="ctr">
              <a:spcBef>
                <a:spcPts val="0"/>
              </a:spcBef>
              <a:spcAft>
                <a:spcPts val="0"/>
              </a:spcAft>
              <a:buSzPts val="3600"/>
              <a:buNone/>
              <a:defRPr sz="3600"/>
            </a:lvl3pPr>
            <a:lvl4pPr lvl="3" algn="ctr">
              <a:spcBef>
                <a:spcPts val="0"/>
              </a:spcBef>
              <a:spcAft>
                <a:spcPts val="0"/>
              </a:spcAft>
              <a:buSzPts val="3600"/>
              <a:buNone/>
              <a:defRPr sz="3600"/>
            </a:lvl4pPr>
            <a:lvl5pPr lvl="4" algn="ctr">
              <a:spcBef>
                <a:spcPts val="0"/>
              </a:spcBef>
              <a:spcAft>
                <a:spcPts val="0"/>
              </a:spcAft>
              <a:buSzPts val="3600"/>
              <a:buNone/>
              <a:defRPr sz="3600"/>
            </a:lvl5pPr>
            <a:lvl6pPr lvl="5" algn="ctr">
              <a:spcBef>
                <a:spcPts val="0"/>
              </a:spcBef>
              <a:spcAft>
                <a:spcPts val="0"/>
              </a:spcAft>
              <a:buSzPts val="3600"/>
              <a:buNone/>
              <a:defRPr sz="3600"/>
            </a:lvl6pPr>
            <a:lvl7pPr lvl="6" algn="ctr">
              <a:spcBef>
                <a:spcPts val="0"/>
              </a:spcBef>
              <a:spcAft>
                <a:spcPts val="0"/>
              </a:spcAft>
              <a:buSzPts val="3600"/>
              <a:buNone/>
              <a:defRPr sz="3600"/>
            </a:lvl7pPr>
            <a:lvl8pPr lvl="7" algn="ctr">
              <a:spcBef>
                <a:spcPts val="0"/>
              </a:spcBef>
              <a:spcAft>
                <a:spcPts val="0"/>
              </a:spcAft>
              <a:buSzPts val="3600"/>
              <a:buNone/>
              <a:defRPr sz="3600"/>
            </a:lvl8pPr>
            <a:lvl9pPr lvl="8" algn="ctr">
              <a:spcBef>
                <a:spcPts val="0"/>
              </a:spcBef>
              <a:spcAft>
                <a:spcPts val="0"/>
              </a:spcAft>
              <a:buSzPts val="3600"/>
              <a:buNone/>
              <a:defRPr sz="3600"/>
            </a:lvl9pPr>
          </a:lstStyle>
          <a:p/>
        </p:txBody>
      </p:sp>
      <p:sp>
        <p:nvSpPr>
          <p:cNvPr id="15" name="Google Shape;15;p3"/>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body" type="tx">
  <p:cSld name="TITLE_AND_BODY">
    <p:spTree>
      <p:nvGrpSpPr>
        <p:cNvPr id="16" name="Shape 16"/>
        <p:cNvGrpSpPr/>
        <p:nvPr/>
      </p:nvGrpSpPr>
      <p:grpSpPr>
        <a:xfrm>
          <a:off x="0" y="0"/>
          <a:ext cx="0" cy="0"/>
          <a:chOff x="0" y="0"/>
          <a:chExt cx="0" cy="0"/>
        </a:xfrm>
      </p:grpSpPr>
      <p:sp>
        <p:nvSpPr>
          <p:cNvPr id="17" name="Google Shape;17;p4"/>
          <p:cNvSpPr txBox="1"/>
          <p:nvPr>
            <p:ph type="title"/>
          </p:nvPr>
        </p:nvSpPr>
        <p:spPr>
          <a:xfrm>
            <a:off x="311700" y="445025"/>
            <a:ext cx="8520600" cy="572700"/>
          </a:xfrm>
          <a:prstGeom prst="rect">
            <a:avLst/>
          </a:prstGeom>
        </p:spPr>
        <p:txBody>
          <a:bodyPr anchorCtr="0" anchor="t" bIns="91425" lIns="91425" spcFirstLastPara="1" rIns="91425" wrap="square" tIns="91425">
            <a:normAutofit/>
          </a:bodyPr>
          <a:lstStyle>
            <a:lvl1pPr lvl="0">
              <a:spcBef>
                <a:spcPts val="0"/>
              </a:spcBef>
              <a:spcAft>
                <a:spcPts val="0"/>
              </a:spcAft>
              <a:buSzPts val="28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p:txBody>
      </p:sp>
      <p:sp>
        <p:nvSpPr>
          <p:cNvPr id="18" name="Google Shape;18;p4"/>
          <p:cNvSpPr txBox="1"/>
          <p:nvPr>
            <p:ph idx="1" type="body"/>
          </p:nvPr>
        </p:nvSpPr>
        <p:spPr>
          <a:xfrm>
            <a:off x="311700" y="1152475"/>
            <a:ext cx="8520600" cy="3416400"/>
          </a:xfrm>
          <a:prstGeom prst="rect">
            <a:avLst/>
          </a:prstGeom>
        </p:spPr>
        <p:txBody>
          <a:bodyPr anchorCtr="0" anchor="t" bIns="91425" lIns="91425" spcFirstLastPara="1" rIns="91425" wrap="square" tIns="91425">
            <a:normAutofit/>
          </a:bodyPr>
          <a:lstStyle>
            <a:lvl1pPr indent="-342900" lvl="0" marL="457200">
              <a:spcBef>
                <a:spcPts val="0"/>
              </a:spcBef>
              <a:spcAft>
                <a:spcPts val="0"/>
              </a:spcAft>
              <a:buSzPts val="1800"/>
              <a:buChar char="●"/>
              <a:defRPr/>
            </a:lvl1pPr>
            <a:lvl2pPr indent="-317500" lvl="1" marL="914400">
              <a:spcBef>
                <a:spcPts val="0"/>
              </a:spcBef>
              <a:spcAft>
                <a:spcPts val="0"/>
              </a:spcAft>
              <a:buSzPts val="1400"/>
              <a:buChar char="○"/>
              <a:defRPr/>
            </a:lvl2pPr>
            <a:lvl3pPr indent="-317500" lvl="2" marL="1371600">
              <a:spcBef>
                <a:spcPts val="0"/>
              </a:spcBef>
              <a:spcAft>
                <a:spcPts val="0"/>
              </a:spcAft>
              <a:buSzPts val="1400"/>
              <a:buChar char="■"/>
              <a:defRPr/>
            </a:lvl3pPr>
            <a:lvl4pPr indent="-317500" lvl="3" marL="1828800">
              <a:spcBef>
                <a:spcPts val="0"/>
              </a:spcBef>
              <a:spcAft>
                <a:spcPts val="0"/>
              </a:spcAft>
              <a:buSzPts val="1400"/>
              <a:buChar char="●"/>
              <a:defRPr/>
            </a:lvl4pPr>
            <a:lvl5pPr indent="-317500" lvl="4" marL="2286000">
              <a:spcBef>
                <a:spcPts val="0"/>
              </a:spcBef>
              <a:spcAft>
                <a:spcPts val="0"/>
              </a:spcAft>
              <a:buSzPts val="1400"/>
              <a:buChar char="○"/>
              <a:defRPr/>
            </a:lvl5pPr>
            <a:lvl6pPr indent="-317500" lvl="5" marL="2743200">
              <a:spcBef>
                <a:spcPts val="0"/>
              </a:spcBef>
              <a:spcAft>
                <a:spcPts val="0"/>
              </a:spcAft>
              <a:buSzPts val="1400"/>
              <a:buChar char="■"/>
              <a:defRPr/>
            </a:lvl6pPr>
            <a:lvl7pPr indent="-317500" lvl="6" marL="3200400">
              <a:spcBef>
                <a:spcPts val="0"/>
              </a:spcBef>
              <a:spcAft>
                <a:spcPts val="0"/>
              </a:spcAft>
              <a:buSzPts val="1400"/>
              <a:buChar char="●"/>
              <a:defRPr/>
            </a:lvl7pPr>
            <a:lvl8pPr indent="-317500" lvl="7" marL="3657600">
              <a:spcBef>
                <a:spcPts val="0"/>
              </a:spcBef>
              <a:spcAft>
                <a:spcPts val="0"/>
              </a:spcAft>
              <a:buSzPts val="1400"/>
              <a:buChar char="○"/>
              <a:defRPr/>
            </a:lvl8pPr>
            <a:lvl9pPr indent="-317500" lvl="8" marL="4114800">
              <a:spcBef>
                <a:spcPts val="0"/>
              </a:spcBef>
              <a:spcAft>
                <a:spcPts val="0"/>
              </a:spcAft>
              <a:buSzPts val="1400"/>
              <a:buChar char="■"/>
              <a:defRPr/>
            </a:lvl9pPr>
          </a:lstStyle>
          <a:p/>
        </p:txBody>
      </p:sp>
      <p:sp>
        <p:nvSpPr>
          <p:cNvPr id="19" name="Google Shape;19;p4"/>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two columns" type="twoColTx">
  <p:cSld name="TITLE_AND_TWO_COLUMNS">
    <p:spTree>
      <p:nvGrpSpPr>
        <p:cNvPr id="20" name="Shape 20"/>
        <p:cNvGrpSpPr/>
        <p:nvPr/>
      </p:nvGrpSpPr>
      <p:grpSpPr>
        <a:xfrm>
          <a:off x="0" y="0"/>
          <a:ext cx="0" cy="0"/>
          <a:chOff x="0" y="0"/>
          <a:chExt cx="0" cy="0"/>
        </a:xfrm>
      </p:grpSpPr>
      <p:sp>
        <p:nvSpPr>
          <p:cNvPr id="21" name="Google Shape;21;p5"/>
          <p:cNvSpPr txBox="1"/>
          <p:nvPr>
            <p:ph type="title"/>
          </p:nvPr>
        </p:nvSpPr>
        <p:spPr>
          <a:xfrm>
            <a:off x="311700" y="445025"/>
            <a:ext cx="8520600" cy="572700"/>
          </a:xfrm>
          <a:prstGeom prst="rect">
            <a:avLst/>
          </a:prstGeom>
        </p:spPr>
        <p:txBody>
          <a:bodyPr anchorCtr="0" anchor="t" bIns="91425" lIns="91425" spcFirstLastPara="1" rIns="91425" wrap="square" tIns="91425">
            <a:normAutofit/>
          </a:bodyPr>
          <a:lstStyle>
            <a:lvl1pPr lvl="0">
              <a:spcBef>
                <a:spcPts val="0"/>
              </a:spcBef>
              <a:spcAft>
                <a:spcPts val="0"/>
              </a:spcAft>
              <a:buSzPts val="28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p:txBody>
      </p:sp>
      <p:sp>
        <p:nvSpPr>
          <p:cNvPr id="22" name="Google Shape;22;p5"/>
          <p:cNvSpPr txBox="1"/>
          <p:nvPr>
            <p:ph idx="1" type="body"/>
          </p:nvPr>
        </p:nvSpPr>
        <p:spPr>
          <a:xfrm>
            <a:off x="311700" y="1152475"/>
            <a:ext cx="3999900" cy="3416400"/>
          </a:xfrm>
          <a:prstGeom prst="rect">
            <a:avLst/>
          </a:prstGeom>
        </p:spPr>
        <p:txBody>
          <a:bodyPr anchorCtr="0" anchor="t" bIns="91425" lIns="91425" spcFirstLastPara="1" rIns="91425" wrap="square" tIns="91425">
            <a:normAutofit/>
          </a:bodyPr>
          <a:lstStyle>
            <a:lvl1pPr indent="-317500" lvl="0" marL="457200">
              <a:spcBef>
                <a:spcPts val="0"/>
              </a:spcBef>
              <a:spcAft>
                <a:spcPts val="0"/>
              </a:spcAft>
              <a:buSzPts val="1400"/>
              <a:buChar char="●"/>
              <a:defRPr sz="1400"/>
            </a:lvl1pPr>
            <a:lvl2pPr indent="-304800" lvl="1" marL="914400">
              <a:spcBef>
                <a:spcPts val="0"/>
              </a:spcBef>
              <a:spcAft>
                <a:spcPts val="0"/>
              </a:spcAft>
              <a:buSzPts val="1200"/>
              <a:buChar char="○"/>
              <a:defRPr sz="1200"/>
            </a:lvl2pPr>
            <a:lvl3pPr indent="-304800" lvl="2" marL="1371600">
              <a:spcBef>
                <a:spcPts val="0"/>
              </a:spcBef>
              <a:spcAft>
                <a:spcPts val="0"/>
              </a:spcAft>
              <a:buSzPts val="1200"/>
              <a:buChar char="■"/>
              <a:defRPr sz="1200"/>
            </a:lvl3pPr>
            <a:lvl4pPr indent="-304800" lvl="3" marL="1828800">
              <a:spcBef>
                <a:spcPts val="0"/>
              </a:spcBef>
              <a:spcAft>
                <a:spcPts val="0"/>
              </a:spcAft>
              <a:buSzPts val="1200"/>
              <a:buChar char="●"/>
              <a:defRPr sz="1200"/>
            </a:lvl4pPr>
            <a:lvl5pPr indent="-304800" lvl="4" marL="2286000">
              <a:spcBef>
                <a:spcPts val="0"/>
              </a:spcBef>
              <a:spcAft>
                <a:spcPts val="0"/>
              </a:spcAft>
              <a:buSzPts val="1200"/>
              <a:buChar char="○"/>
              <a:defRPr sz="1200"/>
            </a:lvl5pPr>
            <a:lvl6pPr indent="-304800" lvl="5" marL="2743200">
              <a:spcBef>
                <a:spcPts val="0"/>
              </a:spcBef>
              <a:spcAft>
                <a:spcPts val="0"/>
              </a:spcAft>
              <a:buSzPts val="1200"/>
              <a:buChar char="■"/>
              <a:defRPr sz="1200"/>
            </a:lvl6pPr>
            <a:lvl7pPr indent="-304800" lvl="6" marL="3200400">
              <a:spcBef>
                <a:spcPts val="0"/>
              </a:spcBef>
              <a:spcAft>
                <a:spcPts val="0"/>
              </a:spcAft>
              <a:buSzPts val="1200"/>
              <a:buChar char="●"/>
              <a:defRPr sz="1200"/>
            </a:lvl7pPr>
            <a:lvl8pPr indent="-304800" lvl="7" marL="3657600">
              <a:spcBef>
                <a:spcPts val="0"/>
              </a:spcBef>
              <a:spcAft>
                <a:spcPts val="0"/>
              </a:spcAft>
              <a:buSzPts val="1200"/>
              <a:buChar char="○"/>
              <a:defRPr sz="1200"/>
            </a:lvl8pPr>
            <a:lvl9pPr indent="-304800" lvl="8" marL="4114800">
              <a:spcBef>
                <a:spcPts val="0"/>
              </a:spcBef>
              <a:spcAft>
                <a:spcPts val="0"/>
              </a:spcAft>
              <a:buSzPts val="1200"/>
              <a:buChar char="■"/>
              <a:defRPr sz="1200"/>
            </a:lvl9pPr>
          </a:lstStyle>
          <a:p/>
        </p:txBody>
      </p:sp>
      <p:sp>
        <p:nvSpPr>
          <p:cNvPr id="23" name="Google Shape;23;p5"/>
          <p:cNvSpPr txBox="1"/>
          <p:nvPr>
            <p:ph idx="2" type="body"/>
          </p:nvPr>
        </p:nvSpPr>
        <p:spPr>
          <a:xfrm>
            <a:off x="4832400" y="1152475"/>
            <a:ext cx="3999900" cy="3416400"/>
          </a:xfrm>
          <a:prstGeom prst="rect">
            <a:avLst/>
          </a:prstGeom>
        </p:spPr>
        <p:txBody>
          <a:bodyPr anchorCtr="0" anchor="t" bIns="91425" lIns="91425" spcFirstLastPara="1" rIns="91425" wrap="square" tIns="91425">
            <a:normAutofit/>
          </a:bodyPr>
          <a:lstStyle>
            <a:lvl1pPr indent="-317500" lvl="0" marL="457200">
              <a:spcBef>
                <a:spcPts val="0"/>
              </a:spcBef>
              <a:spcAft>
                <a:spcPts val="0"/>
              </a:spcAft>
              <a:buSzPts val="1400"/>
              <a:buChar char="●"/>
              <a:defRPr sz="1400"/>
            </a:lvl1pPr>
            <a:lvl2pPr indent="-304800" lvl="1" marL="914400">
              <a:spcBef>
                <a:spcPts val="0"/>
              </a:spcBef>
              <a:spcAft>
                <a:spcPts val="0"/>
              </a:spcAft>
              <a:buSzPts val="1200"/>
              <a:buChar char="○"/>
              <a:defRPr sz="1200"/>
            </a:lvl2pPr>
            <a:lvl3pPr indent="-304800" lvl="2" marL="1371600">
              <a:spcBef>
                <a:spcPts val="0"/>
              </a:spcBef>
              <a:spcAft>
                <a:spcPts val="0"/>
              </a:spcAft>
              <a:buSzPts val="1200"/>
              <a:buChar char="■"/>
              <a:defRPr sz="1200"/>
            </a:lvl3pPr>
            <a:lvl4pPr indent="-304800" lvl="3" marL="1828800">
              <a:spcBef>
                <a:spcPts val="0"/>
              </a:spcBef>
              <a:spcAft>
                <a:spcPts val="0"/>
              </a:spcAft>
              <a:buSzPts val="1200"/>
              <a:buChar char="●"/>
              <a:defRPr sz="1200"/>
            </a:lvl4pPr>
            <a:lvl5pPr indent="-304800" lvl="4" marL="2286000">
              <a:spcBef>
                <a:spcPts val="0"/>
              </a:spcBef>
              <a:spcAft>
                <a:spcPts val="0"/>
              </a:spcAft>
              <a:buSzPts val="1200"/>
              <a:buChar char="○"/>
              <a:defRPr sz="1200"/>
            </a:lvl5pPr>
            <a:lvl6pPr indent="-304800" lvl="5" marL="2743200">
              <a:spcBef>
                <a:spcPts val="0"/>
              </a:spcBef>
              <a:spcAft>
                <a:spcPts val="0"/>
              </a:spcAft>
              <a:buSzPts val="1200"/>
              <a:buChar char="■"/>
              <a:defRPr sz="1200"/>
            </a:lvl6pPr>
            <a:lvl7pPr indent="-304800" lvl="6" marL="3200400">
              <a:spcBef>
                <a:spcPts val="0"/>
              </a:spcBef>
              <a:spcAft>
                <a:spcPts val="0"/>
              </a:spcAft>
              <a:buSzPts val="1200"/>
              <a:buChar char="●"/>
              <a:defRPr sz="1200"/>
            </a:lvl7pPr>
            <a:lvl8pPr indent="-304800" lvl="7" marL="3657600">
              <a:spcBef>
                <a:spcPts val="0"/>
              </a:spcBef>
              <a:spcAft>
                <a:spcPts val="0"/>
              </a:spcAft>
              <a:buSzPts val="1200"/>
              <a:buChar char="○"/>
              <a:defRPr sz="1200"/>
            </a:lvl8pPr>
            <a:lvl9pPr indent="-304800" lvl="8" marL="4114800">
              <a:spcBef>
                <a:spcPts val="0"/>
              </a:spcBef>
              <a:spcAft>
                <a:spcPts val="0"/>
              </a:spcAft>
              <a:buSzPts val="1200"/>
              <a:buChar char="■"/>
              <a:defRPr sz="1200"/>
            </a:lvl9pPr>
          </a:lstStyle>
          <a:p/>
        </p:txBody>
      </p:sp>
      <p:sp>
        <p:nvSpPr>
          <p:cNvPr id="24" name="Google Shape;24;p5"/>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only" type="titleOnly">
  <p:cSld name="TITLE_ONLY">
    <p:spTree>
      <p:nvGrpSpPr>
        <p:cNvPr id="25" name="Shape 25"/>
        <p:cNvGrpSpPr/>
        <p:nvPr/>
      </p:nvGrpSpPr>
      <p:grpSpPr>
        <a:xfrm>
          <a:off x="0" y="0"/>
          <a:ext cx="0" cy="0"/>
          <a:chOff x="0" y="0"/>
          <a:chExt cx="0" cy="0"/>
        </a:xfrm>
      </p:grpSpPr>
      <p:sp>
        <p:nvSpPr>
          <p:cNvPr id="26" name="Google Shape;26;p6"/>
          <p:cNvSpPr txBox="1"/>
          <p:nvPr>
            <p:ph type="title"/>
          </p:nvPr>
        </p:nvSpPr>
        <p:spPr>
          <a:xfrm>
            <a:off x="311700" y="445025"/>
            <a:ext cx="8520600" cy="572700"/>
          </a:xfrm>
          <a:prstGeom prst="rect">
            <a:avLst/>
          </a:prstGeom>
        </p:spPr>
        <p:txBody>
          <a:bodyPr anchorCtr="0" anchor="t" bIns="91425" lIns="91425" spcFirstLastPara="1" rIns="91425" wrap="square" tIns="91425">
            <a:normAutofit/>
          </a:bodyPr>
          <a:lstStyle>
            <a:lvl1pPr lvl="0">
              <a:spcBef>
                <a:spcPts val="0"/>
              </a:spcBef>
              <a:spcAft>
                <a:spcPts val="0"/>
              </a:spcAft>
              <a:buSzPts val="28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p:txBody>
      </p:sp>
      <p:sp>
        <p:nvSpPr>
          <p:cNvPr id="27" name="Google Shape;27;p6"/>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One column text">
  <p:cSld name="ONE_COLUMN_TEXT">
    <p:spTree>
      <p:nvGrpSpPr>
        <p:cNvPr id="28" name="Shape 28"/>
        <p:cNvGrpSpPr/>
        <p:nvPr/>
      </p:nvGrpSpPr>
      <p:grpSpPr>
        <a:xfrm>
          <a:off x="0" y="0"/>
          <a:ext cx="0" cy="0"/>
          <a:chOff x="0" y="0"/>
          <a:chExt cx="0" cy="0"/>
        </a:xfrm>
      </p:grpSpPr>
      <p:sp>
        <p:nvSpPr>
          <p:cNvPr id="29" name="Google Shape;29;p7"/>
          <p:cNvSpPr txBox="1"/>
          <p:nvPr>
            <p:ph type="title"/>
          </p:nvPr>
        </p:nvSpPr>
        <p:spPr>
          <a:xfrm>
            <a:off x="311700" y="555600"/>
            <a:ext cx="2808000" cy="755700"/>
          </a:xfrm>
          <a:prstGeom prst="rect">
            <a:avLst/>
          </a:prstGeom>
        </p:spPr>
        <p:txBody>
          <a:bodyPr anchorCtr="0" anchor="b" bIns="91425" lIns="91425" spcFirstLastPara="1" rIns="91425" wrap="square" tIns="91425">
            <a:normAutofit/>
          </a:bodyPr>
          <a:lstStyle>
            <a:lvl1pPr lvl="0">
              <a:spcBef>
                <a:spcPts val="0"/>
              </a:spcBef>
              <a:spcAft>
                <a:spcPts val="0"/>
              </a:spcAft>
              <a:buSzPts val="2400"/>
              <a:buNone/>
              <a:defRPr sz="2400"/>
            </a:lvl1pPr>
            <a:lvl2pPr lvl="1">
              <a:spcBef>
                <a:spcPts val="0"/>
              </a:spcBef>
              <a:spcAft>
                <a:spcPts val="0"/>
              </a:spcAft>
              <a:buSzPts val="2400"/>
              <a:buNone/>
              <a:defRPr sz="2400"/>
            </a:lvl2pPr>
            <a:lvl3pPr lvl="2">
              <a:spcBef>
                <a:spcPts val="0"/>
              </a:spcBef>
              <a:spcAft>
                <a:spcPts val="0"/>
              </a:spcAft>
              <a:buSzPts val="2400"/>
              <a:buNone/>
              <a:defRPr sz="2400"/>
            </a:lvl3pPr>
            <a:lvl4pPr lvl="3">
              <a:spcBef>
                <a:spcPts val="0"/>
              </a:spcBef>
              <a:spcAft>
                <a:spcPts val="0"/>
              </a:spcAft>
              <a:buSzPts val="2400"/>
              <a:buNone/>
              <a:defRPr sz="2400"/>
            </a:lvl4pPr>
            <a:lvl5pPr lvl="4">
              <a:spcBef>
                <a:spcPts val="0"/>
              </a:spcBef>
              <a:spcAft>
                <a:spcPts val="0"/>
              </a:spcAft>
              <a:buSzPts val="2400"/>
              <a:buNone/>
              <a:defRPr sz="2400"/>
            </a:lvl5pPr>
            <a:lvl6pPr lvl="5">
              <a:spcBef>
                <a:spcPts val="0"/>
              </a:spcBef>
              <a:spcAft>
                <a:spcPts val="0"/>
              </a:spcAft>
              <a:buSzPts val="2400"/>
              <a:buNone/>
              <a:defRPr sz="2400"/>
            </a:lvl6pPr>
            <a:lvl7pPr lvl="6">
              <a:spcBef>
                <a:spcPts val="0"/>
              </a:spcBef>
              <a:spcAft>
                <a:spcPts val="0"/>
              </a:spcAft>
              <a:buSzPts val="2400"/>
              <a:buNone/>
              <a:defRPr sz="2400"/>
            </a:lvl7pPr>
            <a:lvl8pPr lvl="7">
              <a:spcBef>
                <a:spcPts val="0"/>
              </a:spcBef>
              <a:spcAft>
                <a:spcPts val="0"/>
              </a:spcAft>
              <a:buSzPts val="2400"/>
              <a:buNone/>
              <a:defRPr sz="2400"/>
            </a:lvl8pPr>
            <a:lvl9pPr lvl="8">
              <a:spcBef>
                <a:spcPts val="0"/>
              </a:spcBef>
              <a:spcAft>
                <a:spcPts val="0"/>
              </a:spcAft>
              <a:buSzPts val="2400"/>
              <a:buNone/>
              <a:defRPr sz="2400"/>
            </a:lvl9pPr>
          </a:lstStyle>
          <a:p/>
        </p:txBody>
      </p:sp>
      <p:sp>
        <p:nvSpPr>
          <p:cNvPr id="30" name="Google Shape;30;p7"/>
          <p:cNvSpPr txBox="1"/>
          <p:nvPr>
            <p:ph idx="1" type="body"/>
          </p:nvPr>
        </p:nvSpPr>
        <p:spPr>
          <a:xfrm>
            <a:off x="311700" y="1389600"/>
            <a:ext cx="2808000" cy="3179400"/>
          </a:xfrm>
          <a:prstGeom prst="rect">
            <a:avLst/>
          </a:prstGeom>
        </p:spPr>
        <p:txBody>
          <a:bodyPr anchorCtr="0" anchor="t" bIns="91425" lIns="91425" spcFirstLastPara="1" rIns="91425" wrap="square" tIns="91425">
            <a:normAutofit/>
          </a:bodyPr>
          <a:lstStyle>
            <a:lvl1pPr indent="-304800" lvl="0" marL="457200">
              <a:spcBef>
                <a:spcPts val="0"/>
              </a:spcBef>
              <a:spcAft>
                <a:spcPts val="0"/>
              </a:spcAft>
              <a:buSzPts val="1200"/>
              <a:buChar char="●"/>
              <a:defRPr sz="1200"/>
            </a:lvl1pPr>
            <a:lvl2pPr indent="-304800" lvl="1" marL="914400">
              <a:spcBef>
                <a:spcPts val="0"/>
              </a:spcBef>
              <a:spcAft>
                <a:spcPts val="0"/>
              </a:spcAft>
              <a:buSzPts val="1200"/>
              <a:buChar char="○"/>
              <a:defRPr sz="1200"/>
            </a:lvl2pPr>
            <a:lvl3pPr indent="-304800" lvl="2" marL="1371600">
              <a:spcBef>
                <a:spcPts val="0"/>
              </a:spcBef>
              <a:spcAft>
                <a:spcPts val="0"/>
              </a:spcAft>
              <a:buSzPts val="1200"/>
              <a:buChar char="■"/>
              <a:defRPr sz="1200"/>
            </a:lvl3pPr>
            <a:lvl4pPr indent="-304800" lvl="3" marL="1828800">
              <a:spcBef>
                <a:spcPts val="0"/>
              </a:spcBef>
              <a:spcAft>
                <a:spcPts val="0"/>
              </a:spcAft>
              <a:buSzPts val="1200"/>
              <a:buChar char="●"/>
              <a:defRPr sz="1200"/>
            </a:lvl4pPr>
            <a:lvl5pPr indent="-304800" lvl="4" marL="2286000">
              <a:spcBef>
                <a:spcPts val="0"/>
              </a:spcBef>
              <a:spcAft>
                <a:spcPts val="0"/>
              </a:spcAft>
              <a:buSzPts val="1200"/>
              <a:buChar char="○"/>
              <a:defRPr sz="1200"/>
            </a:lvl5pPr>
            <a:lvl6pPr indent="-304800" lvl="5" marL="2743200">
              <a:spcBef>
                <a:spcPts val="0"/>
              </a:spcBef>
              <a:spcAft>
                <a:spcPts val="0"/>
              </a:spcAft>
              <a:buSzPts val="1200"/>
              <a:buChar char="■"/>
              <a:defRPr sz="1200"/>
            </a:lvl6pPr>
            <a:lvl7pPr indent="-304800" lvl="6" marL="3200400">
              <a:spcBef>
                <a:spcPts val="0"/>
              </a:spcBef>
              <a:spcAft>
                <a:spcPts val="0"/>
              </a:spcAft>
              <a:buSzPts val="1200"/>
              <a:buChar char="●"/>
              <a:defRPr sz="1200"/>
            </a:lvl7pPr>
            <a:lvl8pPr indent="-304800" lvl="7" marL="3657600">
              <a:spcBef>
                <a:spcPts val="0"/>
              </a:spcBef>
              <a:spcAft>
                <a:spcPts val="0"/>
              </a:spcAft>
              <a:buSzPts val="1200"/>
              <a:buChar char="○"/>
              <a:defRPr sz="1200"/>
            </a:lvl8pPr>
            <a:lvl9pPr indent="-304800" lvl="8" marL="4114800">
              <a:spcBef>
                <a:spcPts val="0"/>
              </a:spcBef>
              <a:spcAft>
                <a:spcPts val="0"/>
              </a:spcAft>
              <a:buSzPts val="1200"/>
              <a:buChar char="■"/>
              <a:defRPr sz="1200"/>
            </a:lvl9pPr>
          </a:lstStyle>
          <a:p/>
        </p:txBody>
      </p:sp>
      <p:sp>
        <p:nvSpPr>
          <p:cNvPr id="31" name="Google Shape;31;p7"/>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Main point">
  <p:cSld name="MAIN_POINT">
    <p:spTree>
      <p:nvGrpSpPr>
        <p:cNvPr id="32" name="Shape 32"/>
        <p:cNvGrpSpPr/>
        <p:nvPr/>
      </p:nvGrpSpPr>
      <p:grpSpPr>
        <a:xfrm>
          <a:off x="0" y="0"/>
          <a:ext cx="0" cy="0"/>
          <a:chOff x="0" y="0"/>
          <a:chExt cx="0" cy="0"/>
        </a:xfrm>
      </p:grpSpPr>
      <p:sp>
        <p:nvSpPr>
          <p:cNvPr id="33" name="Google Shape;33;p8"/>
          <p:cNvSpPr txBox="1"/>
          <p:nvPr>
            <p:ph type="title"/>
          </p:nvPr>
        </p:nvSpPr>
        <p:spPr>
          <a:xfrm>
            <a:off x="490250" y="450150"/>
            <a:ext cx="6367800" cy="4090800"/>
          </a:xfrm>
          <a:prstGeom prst="rect">
            <a:avLst/>
          </a:prstGeom>
        </p:spPr>
        <p:txBody>
          <a:bodyPr anchorCtr="0" anchor="ctr" bIns="91425" lIns="91425" spcFirstLastPara="1" rIns="91425" wrap="square" tIns="91425">
            <a:normAutofit/>
          </a:bodyPr>
          <a:lstStyle>
            <a:lvl1pPr lvl="0">
              <a:spcBef>
                <a:spcPts val="0"/>
              </a:spcBef>
              <a:spcAft>
                <a:spcPts val="0"/>
              </a:spcAft>
              <a:buSzPts val="4800"/>
              <a:buNone/>
              <a:defRPr sz="4800"/>
            </a:lvl1pPr>
            <a:lvl2pPr lvl="1">
              <a:spcBef>
                <a:spcPts val="0"/>
              </a:spcBef>
              <a:spcAft>
                <a:spcPts val="0"/>
              </a:spcAft>
              <a:buSzPts val="4800"/>
              <a:buNone/>
              <a:defRPr sz="4800"/>
            </a:lvl2pPr>
            <a:lvl3pPr lvl="2">
              <a:spcBef>
                <a:spcPts val="0"/>
              </a:spcBef>
              <a:spcAft>
                <a:spcPts val="0"/>
              </a:spcAft>
              <a:buSzPts val="4800"/>
              <a:buNone/>
              <a:defRPr sz="4800"/>
            </a:lvl3pPr>
            <a:lvl4pPr lvl="3">
              <a:spcBef>
                <a:spcPts val="0"/>
              </a:spcBef>
              <a:spcAft>
                <a:spcPts val="0"/>
              </a:spcAft>
              <a:buSzPts val="4800"/>
              <a:buNone/>
              <a:defRPr sz="4800"/>
            </a:lvl4pPr>
            <a:lvl5pPr lvl="4">
              <a:spcBef>
                <a:spcPts val="0"/>
              </a:spcBef>
              <a:spcAft>
                <a:spcPts val="0"/>
              </a:spcAft>
              <a:buSzPts val="4800"/>
              <a:buNone/>
              <a:defRPr sz="4800"/>
            </a:lvl5pPr>
            <a:lvl6pPr lvl="5">
              <a:spcBef>
                <a:spcPts val="0"/>
              </a:spcBef>
              <a:spcAft>
                <a:spcPts val="0"/>
              </a:spcAft>
              <a:buSzPts val="4800"/>
              <a:buNone/>
              <a:defRPr sz="4800"/>
            </a:lvl6pPr>
            <a:lvl7pPr lvl="6">
              <a:spcBef>
                <a:spcPts val="0"/>
              </a:spcBef>
              <a:spcAft>
                <a:spcPts val="0"/>
              </a:spcAft>
              <a:buSzPts val="4800"/>
              <a:buNone/>
              <a:defRPr sz="4800"/>
            </a:lvl7pPr>
            <a:lvl8pPr lvl="7">
              <a:spcBef>
                <a:spcPts val="0"/>
              </a:spcBef>
              <a:spcAft>
                <a:spcPts val="0"/>
              </a:spcAft>
              <a:buSzPts val="4800"/>
              <a:buNone/>
              <a:defRPr sz="4800"/>
            </a:lvl8pPr>
            <a:lvl9pPr lvl="8">
              <a:spcBef>
                <a:spcPts val="0"/>
              </a:spcBef>
              <a:spcAft>
                <a:spcPts val="0"/>
              </a:spcAft>
              <a:buSzPts val="4800"/>
              <a:buNone/>
              <a:defRPr sz="4800"/>
            </a:lvl9pPr>
          </a:lstStyle>
          <a:p/>
        </p:txBody>
      </p:sp>
      <p:sp>
        <p:nvSpPr>
          <p:cNvPr id="34" name="Google Shape;34;p8"/>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title and description">
  <p:cSld name="SECTION_TITLE_AND_DESCRIPTION">
    <p:spTree>
      <p:nvGrpSpPr>
        <p:cNvPr id="35" name="Shape 35"/>
        <p:cNvGrpSpPr/>
        <p:nvPr/>
      </p:nvGrpSpPr>
      <p:grpSpPr>
        <a:xfrm>
          <a:off x="0" y="0"/>
          <a:ext cx="0" cy="0"/>
          <a:chOff x="0" y="0"/>
          <a:chExt cx="0" cy="0"/>
        </a:xfrm>
      </p:grpSpPr>
      <p:sp>
        <p:nvSpPr>
          <p:cNvPr id="36" name="Google Shape;36;p9"/>
          <p:cNvSpPr/>
          <p:nvPr/>
        </p:nvSpPr>
        <p:spPr>
          <a:xfrm>
            <a:off x="4572000" y="-125"/>
            <a:ext cx="4572000" cy="5143500"/>
          </a:xfrm>
          <a:prstGeom prst="rect">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7" name="Google Shape;37;p9"/>
          <p:cNvSpPr txBox="1"/>
          <p:nvPr>
            <p:ph type="title"/>
          </p:nvPr>
        </p:nvSpPr>
        <p:spPr>
          <a:xfrm>
            <a:off x="265500" y="1233175"/>
            <a:ext cx="4045200" cy="1482300"/>
          </a:xfrm>
          <a:prstGeom prst="rect">
            <a:avLst/>
          </a:prstGeom>
        </p:spPr>
        <p:txBody>
          <a:bodyPr anchorCtr="0" anchor="b" bIns="91425" lIns="91425" spcFirstLastPara="1" rIns="91425" wrap="square" tIns="91425">
            <a:normAutofit/>
          </a:bodyPr>
          <a:lstStyle>
            <a:lvl1pPr lvl="0" algn="ctr">
              <a:spcBef>
                <a:spcPts val="0"/>
              </a:spcBef>
              <a:spcAft>
                <a:spcPts val="0"/>
              </a:spcAft>
              <a:buSzPts val="4200"/>
              <a:buNone/>
              <a:defRPr sz="4200"/>
            </a:lvl1pPr>
            <a:lvl2pPr lvl="1" algn="ctr">
              <a:spcBef>
                <a:spcPts val="0"/>
              </a:spcBef>
              <a:spcAft>
                <a:spcPts val="0"/>
              </a:spcAft>
              <a:buSzPts val="4200"/>
              <a:buNone/>
              <a:defRPr sz="4200"/>
            </a:lvl2pPr>
            <a:lvl3pPr lvl="2" algn="ctr">
              <a:spcBef>
                <a:spcPts val="0"/>
              </a:spcBef>
              <a:spcAft>
                <a:spcPts val="0"/>
              </a:spcAft>
              <a:buSzPts val="4200"/>
              <a:buNone/>
              <a:defRPr sz="4200"/>
            </a:lvl3pPr>
            <a:lvl4pPr lvl="3" algn="ctr">
              <a:spcBef>
                <a:spcPts val="0"/>
              </a:spcBef>
              <a:spcAft>
                <a:spcPts val="0"/>
              </a:spcAft>
              <a:buSzPts val="4200"/>
              <a:buNone/>
              <a:defRPr sz="4200"/>
            </a:lvl4pPr>
            <a:lvl5pPr lvl="4" algn="ctr">
              <a:spcBef>
                <a:spcPts val="0"/>
              </a:spcBef>
              <a:spcAft>
                <a:spcPts val="0"/>
              </a:spcAft>
              <a:buSzPts val="4200"/>
              <a:buNone/>
              <a:defRPr sz="4200"/>
            </a:lvl5pPr>
            <a:lvl6pPr lvl="5" algn="ctr">
              <a:spcBef>
                <a:spcPts val="0"/>
              </a:spcBef>
              <a:spcAft>
                <a:spcPts val="0"/>
              </a:spcAft>
              <a:buSzPts val="4200"/>
              <a:buNone/>
              <a:defRPr sz="4200"/>
            </a:lvl6pPr>
            <a:lvl7pPr lvl="6" algn="ctr">
              <a:spcBef>
                <a:spcPts val="0"/>
              </a:spcBef>
              <a:spcAft>
                <a:spcPts val="0"/>
              </a:spcAft>
              <a:buSzPts val="4200"/>
              <a:buNone/>
              <a:defRPr sz="4200"/>
            </a:lvl7pPr>
            <a:lvl8pPr lvl="7" algn="ctr">
              <a:spcBef>
                <a:spcPts val="0"/>
              </a:spcBef>
              <a:spcAft>
                <a:spcPts val="0"/>
              </a:spcAft>
              <a:buSzPts val="4200"/>
              <a:buNone/>
              <a:defRPr sz="4200"/>
            </a:lvl8pPr>
            <a:lvl9pPr lvl="8" algn="ctr">
              <a:spcBef>
                <a:spcPts val="0"/>
              </a:spcBef>
              <a:spcAft>
                <a:spcPts val="0"/>
              </a:spcAft>
              <a:buSzPts val="4200"/>
              <a:buNone/>
              <a:defRPr sz="4200"/>
            </a:lvl9pPr>
          </a:lstStyle>
          <a:p/>
        </p:txBody>
      </p:sp>
      <p:sp>
        <p:nvSpPr>
          <p:cNvPr id="38" name="Google Shape;38;p9"/>
          <p:cNvSpPr txBox="1"/>
          <p:nvPr>
            <p:ph idx="1" type="subTitle"/>
          </p:nvPr>
        </p:nvSpPr>
        <p:spPr>
          <a:xfrm>
            <a:off x="265500" y="2803075"/>
            <a:ext cx="4045200" cy="1235100"/>
          </a:xfrm>
          <a:prstGeom prst="rect">
            <a:avLst/>
          </a:prstGeom>
        </p:spPr>
        <p:txBody>
          <a:bodyPr anchorCtr="0" anchor="t" bIns="91425" lIns="91425" spcFirstLastPara="1" rIns="91425" wrap="square" tIns="91425">
            <a:normAutofit/>
          </a:bodyPr>
          <a:lstStyle>
            <a:lvl1pPr lvl="0" algn="ctr">
              <a:lnSpc>
                <a:spcPct val="100000"/>
              </a:lnSpc>
              <a:spcBef>
                <a:spcPts val="0"/>
              </a:spcBef>
              <a:spcAft>
                <a:spcPts val="0"/>
              </a:spcAft>
              <a:buSzPts val="2100"/>
              <a:buNone/>
              <a:defRPr sz="2100"/>
            </a:lvl1pPr>
            <a:lvl2pPr lvl="1" algn="ctr">
              <a:lnSpc>
                <a:spcPct val="100000"/>
              </a:lnSpc>
              <a:spcBef>
                <a:spcPts val="0"/>
              </a:spcBef>
              <a:spcAft>
                <a:spcPts val="0"/>
              </a:spcAft>
              <a:buSzPts val="2100"/>
              <a:buNone/>
              <a:defRPr sz="2100"/>
            </a:lvl2pPr>
            <a:lvl3pPr lvl="2" algn="ctr">
              <a:lnSpc>
                <a:spcPct val="100000"/>
              </a:lnSpc>
              <a:spcBef>
                <a:spcPts val="0"/>
              </a:spcBef>
              <a:spcAft>
                <a:spcPts val="0"/>
              </a:spcAft>
              <a:buSzPts val="2100"/>
              <a:buNone/>
              <a:defRPr sz="2100"/>
            </a:lvl3pPr>
            <a:lvl4pPr lvl="3" algn="ctr">
              <a:lnSpc>
                <a:spcPct val="100000"/>
              </a:lnSpc>
              <a:spcBef>
                <a:spcPts val="0"/>
              </a:spcBef>
              <a:spcAft>
                <a:spcPts val="0"/>
              </a:spcAft>
              <a:buSzPts val="2100"/>
              <a:buNone/>
              <a:defRPr sz="2100"/>
            </a:lvl4pPr>
            <a:lvl5pPr lvl="4" algn="ctr">
              <a:lnSpc>
                <a:spcPct val="100000"/>
              </a:lnSpc>
              <a:spcBef>
                <a:spcPts val="0"/>
              </a:spcBef>
              <a:spcAft>
                <a:spcPts val="0"/>
              </a:spcAft>
              <a:buSzPts val="2100"/>
              <a:buNone/>
              <a:defRPr sz="2100"/>
            </a:lvl5pPr>
            <a:lvl6pPr lvl="5" algn="ctr">
              <a:lnSpc>
                <a:spcPct val="100000"/>
              </a:lnSpc>
              <a:spcBef>
                <a:spcPts val="0"/>
              </a:spcBef>
              <a:spcAft>
                <a:spcPts val="0"/>
              </a:spcAft>
              <a:buSzPts val="2100"/>
              <a:buNone/>
              <a:defRPr sz="2100"/>
            </a:lvl6pPr>
            <a:lvl7pPr lvl="6" algn="ctr">
              <a:lnSpc>
                <a:spcPct val="100000"/>
              </a:lnSpc>
              <a:spcBef>
                <a:spcPts val="0"/>
              </a:spcBef>
              <a:spcAft>
                <a:spcPts val="0"/>
              </a:spcAft>
              <a:buSzPts val="2100"/>
              <a:buNone/>
              <a:defRPr sz="2100"/>
            </a:lvl7pPr>
            <a:lvl8pPr lvl="7" algn="ctr">
              <a:lnSpc>
                <a:spcPct val="100000"/>
              </a:lnSpc>
              <a:spcBef>
                <a:spcPts val="0"/>
              </a:spcBef>
              <a:spcAft>
                <a:spcPts val="0"/>
              </a:spcAft>
              <a:buSzPts val="2100"/>
              <a:buNone/>
              <a:defRPr sz="2100"/>
            </a:lvl8pPr>
            <a:lvl9pPr lvl="8" algn="ctr">
              <a:lnSpc>
                <a:spcPct val="100000"/>
              </a:lnSpc>
              <a:spcBef>
                <a:spcPts val="0"/>
              </a:spcBef>
              <a:spcAft>
                <a:spcPts val="0"/>
              </a:spcAft>
              <a:buSzPts val="2100"/>
              <a:buNone/>
              <a:defRPr sz="2100"/>
            </a:lvl9pPr>
          </a:lstStyle>
          <a:p/>
        </p:txBody>
      </p:sp>
      <p:sp>
        <p:nvSpPr>
          <p:cNvPr id="39" name="Google Shape;39;p9"/>
          <p:cNvSpPr txBox="1"/>
          <p:nvPr>
            <p:ph idx="2" type="body"/>
          </p:nvPr>
        </p:nvSpPr>
        <p:spPr>
          <a:xfrm>
            <a:off x="4939500" y="724075"/>
            <a:ext cx="3837000" cy="3695100"/>
          </a:xfrm>
          <a:prstGeom prst="rect">
            <a:avLst/>
          </a:prstGeom>
        </p:spPr>
        <p:txBody>
          <a:bodyPr anchorCtr="0" anchor="ctr" bIns="91425" lIns="91425" spcFirstLastPara="1" rIns="91425" wrap="square" tIns="91425">
            <a:normAutofit/>
          </a:bodyPr>
          <a:lstStyle>
            <a:lvl1pPr indent="-342900" lvl="0" marL="457200">
              <a:spcBef>
                <a:spcPts val="0"/>
              </a:spcBef>
              <a:spcAft>
                <a:spcPts val="0"/>
              </a:spcAft>
              <a:buSzPts val="1800"/>
              <a:buChar char="●"/>
              <a:defRPr/>
            </a:lvl1pPr>
            <a:lvl2pPr indent="-317500" lvl="1" marL="914400">
              <a:spcBef>
                <a:spcPts val="0"/>
              </a:spcBef>
              <a:spcAft>
                <a:spcPts val="0"/>
              </a:spcAft>
              <a:buSzPts val="1400"/>
              <a:buChar char="○"/>
              <a:defRPr/>
            </a:lvl2pPr>
            <a:lvl3pPr indent="-317500" lvl="2" marL="1371600">
              <a:spcBef>
                <a:spcPts val="0"/>
              </a:spcBef>
              <a:spcAft>
                <a:spcPts val="0"/>
              </a:spcAft>
              <a:buSzPts val="1400"/>
              <a:buChar char="■"/>
              <a:defRPr/>
            </a:lvl3pPr>
            <a:lvl4pPr indent="-317500" lvl="3" marL="1828800">
              <a:spcBef>
                <a:spcPts val="0"/>
              </a:spcBef>
              <a:spcAft>
                <a:spcPts val="0"/>
              </a:spcAft>
              <a:buSzPts val="1400"/>
              <a:buChar char="●"/>
              <a:defRPr/>
            </a:lvl4pPr>
            <a:lvl5pPr indent="-317500" lvl="4" marL="2286000">
              <a:spcBef>
                <a:spcPts val="0"/>
              </a:spcBef>
              <a:spcAft>
                <a:spcPts val="0"/>
              </a:spcAft>
              <a:buSzPts val="1400"/>
              <a:buChar char="○"/>
              <a:defRPr/>
            </a:lvl5pPr>
            <a:lvl6pPr indent="-317500" lvl="5" marL="2743200">
              <a:spcBef>
                <a:spcPts val="0"/>
              </a:spcBef>
              <a:spcAft>
                <a:spcPts val="0"/>
              </a:spcAft>
              <a:buSzPts val="1400"/>
              <a:buChar char="■"/>
              <a:defRPr/>
            </a:lvl6pPr>
            <a:lvl7pPr indent="-317500" lvl="6" marL="3200400">
              <a:spcBef>
                <a:spcPts val="0"/>
              </a:spcBef>
              <a:spcAft>
                <a:spcPts val="0"/>
              </a:spcAft>
              <a:buSzPts val="1400"/>
              <a:buChar char="●"/>
              <a:defRPr/>
            </a:lvl7pPr>
            <a:lvl8pPr indent="-317500" lvl="7" marL="3657600">
              <a:spcBef>
                <a:spcPts val="0"/>
              </a:spcBef>
              <a:spcAft>
                <a:spcPts val="0"/>
              </a:spcAft>
              <a:buSzPts val="1400"/>
              <a:buChar char="○"/>
              <a:defRPr/>
            </a:lvl8pPr>
            <a:lvl9pPr indent="-317500" lvl="8" marL="4114800">
              <a:spcBef>
                <a:spcPts val="0"/>
              </a:spcBef>
              <a:spcAft>
                <a:spcPts val="0"/>
              </a:spcAft>
              <a:buSzPts val="1400"/>
              <a:buChar char="■"/>
              <a:defRPr/>
            </a:lvl9pPr>
          </a:lstStyle>
          <a:p/>
        </p:txBody>
      </p:sp>
      <p:sp>
        <p:nvSpPr>
          <p:cNvPr id="40" name="Google Shape;40;p9"/>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aption">
  <p:cSld name="CAPTION_ONLY">
    <p:spTree>
      <p:nvGrpSpPr>
        <p:cNvPr id="41" name="Shape 41"/>
        <p:cNvGrpSpPr/>
        <p:nvPr/>
      </p:nvGrpSpPr>
      <p:grpSpPr>
        <a:xfrm>
          <a:off x="0" y="0"/>
          <a:ext cx="0" cy="0"/>
          <a:chOff x="0" y="0"/>
          <a:chExt cx="0" cy="0"/>
        </a:xfrm>
      </p:grpSpPr>
      <p:sp>
        <p:nvSpPr>
          <p:cNvPr id="42" name="Google Shape;42;p10"/>
          <p:cNvSpPr txBox="1"/>
          <p:nvPr>
            <p:ph idx="1" type="body"/>
          </p:nvPr>
        </p:nvSpPr>
        <p:spPr>
          <a:xfrm>
            <a:off x="311700" y="4230575"/>
            <a:ext cx="5998800" cy="605100"/>
          </a:xfrm>
          <a:prstGeom prst="rect">
            <a:avLst/>
          </a:prstGeom>
        </p:spPr>
        <p:txBody>
          <a:bodyPr anchorCtr="0" anchor="ctr" bIns="91425" lIns="91425" spcFirstLastPara="1" rIns="91425" wrap="square" tIns="91425">
            <a:normAutofit/>
          </a:bodyPr>
          <a:lstStyle>
            <a:lvl1pPr indent="-228600" lvl="0" marL="457200">
              <a:lnSpc>
                <a:spcPct val="100000"/>
              </a:lnSpc>
              <a:spcBef>
                <a:spcPts val="0"/>
              </a:spcBef>
              <a:spcAft>
                <a:spcPts val="0"/>
              </a:spcAft>
              <a:buSzPts val="1800"/>
              <a:buNone/>
              <a:defRPr/>
            </a:lvl1pPr>
          </a:lstStyle>
          <a:p/>
        </p:txBody>
      </p:sp>
      <p:sp>
        <p:nvSpPr>
          <p:cNvPr id="43" name="Google Shape;43;p10"/>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ig number">
  <p:cSld name="BIG_NUMBER">
    <p:spTree>
      <p:nvGrpSpPr>
        <p:cNvPr id="44" name="Shape 44"/>
        <p:cNvGrpSpPr/>
        <p:nvPr/>
      </p:nvGrpSpPr>
      <p:grpSpPr>
        <a:xfrm>
          <a:off x="0" y="0"/>
          <a:ext cx="0" cy="0"/>
          <a:chOff x="0" y="0"/>
          <a:chExt cx="0" cy="0"/>
        </a:xfrm>
      </p:grpSpPr>
      <p:sp>
        <p:nvSpPr>
          <p:cNvPr id="45" name="Google Shape;45;p11"/>
          <p:cNvSpPr txBox="1"/>
          <p:nvPr>
            <p:ph hasCustomPrompt="1" type="title"/>
          </p:nvPr>
        </p:nvSpPr>
        <p:spPr>
          <a:xfrm>
            <a:off x="311700" y="1106125"/>
            <a:ext cx="8520600" cy="1963500"/>
          </a:xfrm>
          <a:prstGeom prst="rect">
            <a:avLst/>
          </a:prstGeom>
        </p:spPr>
        <p:txBody>
          <a:bodyPr anchorCtr="0" anchor="b" bIns="91425" lIns="91425" spcFirstLastPara="1" rIns="91425" wrap="square" tIns="91425">
            <a:normAutofit/>
          </a:bodyPr>
          <a:lstStyle>
            <a:lvl1pPr lvl="0" algn="ctr">
              <a:spcBef>
                <a:spcPts val="0"/>
              </a:spcBef>
              <a:spcAft>
                <a:spcPts val="0"/>
              </a:spcAft>
              <a:buSzPts val="12000"/>
              <a:buNone/>
              <a:defRPr sz="12000"/>
            </a:lvl1pPr>
            <a:lvl2pPr lvl="1" algn="ctr">
              <a:spcBef>
                <a:spcPts val="0"/>
              </a:spcBef>
              <a:spcAft>
                <a:spcPts val="0"/>
              </a:spcAft>
              <a:buSzPts val="12000"/>
              <a:buNone/>
              <a:defRPr sz="12000"/>
            </a:lvl2pPr>
            <a:lvl3pPr lvl="2" algn="ctr">
              <a:spcBef>
                <a:spcPts val="0"/>
              </a:spcBef>
              <a:spcAft>
                <a:spcPts val="0"/>
              </a:spcAft>
              <a:buSzPts val="12000"/>
              <a:buNone/>
              <a:defRPr sz="12000"/>
            </a:lvl3pPr>
            <a:lvl4pPr lvl="3" algn="ctr">
              <a:spcBef>
                <a:spcPts val="0"/>
              </a:spcBef>
              <a:spcAft>
                <a:spcPts val="0"/>
              </a:spcAft>
              <a:buSzPts val="12000"/>
              <a:buNone/>
              <a:defRPr sz="12000"/>
            </a:lvl4pPr>
            <a:lvl5pPr lvl="4" algn="ctr">
              <a:spcBef>
                <a:spcPts val="0"/>
              </a:spcBef>
              <a:spcAft>
                <a:spcPts val="0"/>
              </a:spcAft>
              <a:buSzPts val="12000"/>
              <a:buNone/>
              <a:defRPr sz="12000"/>
            </a:lvl5pPr>
            <a:lvl6pPr lvl="5" algn="ctr">
              <a:spcBef>
                <a:spcPts val="0"/>
              </a:spcBef>
              <a:spcAft>
                <a:spcPts val="0"/>
              </a:spcAft>
              <a:buSzPts val="12000"/>
              <a:buNone/>
              <a:defRPr sz="12000"/>
            </a:lvl6pPr>
            <a:lvl7pPr lvl="6" algn="ctr">
              <a:spcBef>
                <a:spcPts val="0"/>
              </a:spcBef>
              <a:spcAft>
                <a:spcPts val="0"/>
              </a:spcAft>
              <a:buSzPts val="12000"/>
              <a:buNone/>
              <a:defRPr sz="12000"/>
            </a:lvl7pPr>
            <a:lvl8pPr lvl="7" algn="ctr">
              <a:spcBef>
                <a:spcPts val="0"/>
              </a:spcBef>
              <a:spcAft>
                <a:spcPts val="0"/>
              </a:spcAft>
              <a:buSzPts val="12000"/>
              <a:buNone/>
              <a:defRPr sz="12000"/>
            </a:lvl8pPr>
            <a:lvl9pPr lvl="8" algn="ctr">
              <a:spcBef>
                <a:spcPts val="0"/>
              </a:spcBef>
              <a:spcAft>
                <a:spcPts val="0"/>
              </a:spcAft>
              <a:buSzPts val="12000"/>
              <a:buNone/>
              <a:defRPr sz="12000"/>
            </a:lvl9pPr>
          </a:lstStyle>
          <a:p>
            <a:r>
              <a:t>xx%</a:t>
            </a:r>
          </a:p>
        </p:txBody>
      </p:sp>
      <p:sp>
        <p:nvSpPr>
          <p:cNvPr id="46" name="Google Shape;46;p11"/>
          <p:cNvSpPr txBox="1"/>
          <p:nvPr>
            <p:ph idx="1" type="body"/>
          </p:nvPr>
        </p:nvSpPr>
        <p:spPr>
          <a:xfrm>
            <a:off x="311700" y="3152225"/>
            <a:ext cx="8520600" cy="1300800"/>
          </a:xfrm>
          <a:prstGeom prst="rect">
            <a:avLst/>
          </a:prstGeom>
        </p:spPr>
        <p:txBody>
          <a:bodyPr anchorCtr="0" anchor="t" bIns="91425" lIns="91425" spcFirstLastPara="1" rIns="91425" wrap="square" tIns="91425">
            <a:normAutofit/>
          </a:bodyPr>
          <a:lstStyle>
            <a:lvl1pPr indent="-342900" lvl="0" marL="457200" algn="ctr">
              <a:spcBef>
                <a:spcPts val="0"/>
              </a:spcBef>
              <a:spcAft>
                <a:spcPts val="0"/>
              </a:spcAft>
              <a:buSzPts val="1800"/>
              <a:buChar char="●"/>
              <a:defRPr/>
            </a:lvl1pPr>
            <a:lvl2pPr indent="-317500" lvl="1" marL="914400" algn="ctr">
              <a:spcBef>
                <a:spcPts val="0"/>
              </a:spcBef>
              <a:spcAft>
                <a:spcPts val="0"/>
              </a:spcAft>
              <a:buSzPts val="1400"/>
              <a:buChar char="○"/>
              <a:defRPr/>
            </a:lvl2pPr>
            <a:lvl3pPr indent="-317500" lvl="2" marL="1371600" algn="ctr">
              <a:spcBef>
                <a:spcPts val="0"/>
              </a:spcBef>
              <a:spcAft>
                <a:spcPts val="0"/>
              </a:spcAft>
              <a:buSzPts val="1400"/>
              <a:buChar char="■"/>
              <a:defRPr/>
            </a:lvl3pPr>
            <a:lvl4pPr indent="-317500" lvl="3" marL="1828800" algn="ctr">
              <a:spcBef>
                <a:spcPts val="0"/>
              </a:spcBef>
              <a:spcAft>
                <a:spcPts val="0"/>
              </a:spcAft>
              <a:buSzPts val="1400"/>
              <a:buChar char="●"/>
              <a:defRPr/>
            </a:lvl4pPr>
            <a:lvl5pPr indent="-317500" lvl="4" marL="2286000" algn="ctr">
              <a:spcBef>
                <a:spcPts val="0"/>
              </a:spcBef>
              <a:spcAft>
                <a:spcPts val="0"/>
              </a:spcAft>
              <a:buSzPts val="1400"/>
              <a:buChar char="○"/>
              <a:defRPr/>
            </a:lvl5pPr>
            <a:lvl6pPr indent="-317500" lvl="5" marL="2743200" algn="ctr">
              <a:spcBef>
                <a:spcPts val="0"/>
              </a:spcBef>
              <a:spcAft>
                <a:spcPts val="0"/>
              </a:spcAft>
              <a:buSzPts val="1400"/>
              <a:buChar char="■"/>
              <a:defRPr/>
            </a:lvl6pPr>
            <a:lvl7pPr indent="-317500" lvl="6" marL="3200400" algn="ctr">
              <a:spcBef>
                <a:spcPts val="0"/>
              </a:spcBef>
              <a:spcAft>
                <a:spcPts val="0"/>
              </a:spcAft>
              <a:buSzPts val="1400"/>
              <a:buChar char="●"/>
              <a:defRPr/>
            </a:lvl7pPr>
            <a:lvl8pPr indent="-317500" lvl="7" marL="3657600" algn="ctr">
              <a:spcBef>
                <a:spcPts val="0"/>
              </a:spcBef>
              <a:spcAft>
                <a:spcPts val="0"/>
              </a:spcAft>
              <a:buSzPts val="1400"/>
              <a:buChar char="○"/>
              <a:defRPr/>
            </a:lvl8pPr>
            <a:lvl9pPr indent="-317500" lvl="8" marL="4114800" algn="ctr">
              <a:spcBef>
                <a:spcPts val="0"/>
              </a:spcBef>
              <a:spcAft>
                <a:spcPts val="0"/>
              </a:spcAft>
              <a:buSzPts val="1400"/>
              <a:buChar char="■"/>
              <a:defRPr/>
            </a:lvl9pPr>
          </a:lstStyle>
          <a:p/>
        </p:txBody>
      </p:sp>
      <p:sp>
        <p:nvSpPr>
          <p:cNvPr id="47" name="Google Shape;47;p11"/>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lank" type="blank">
  <p:cSld name="BLANK">
    <p:spTree>
      <p:nvGrpSpPr>
        <p:cNvPr id="48" name="Shape 48"/>
        <p:cNvGrpSpPr/>
        <p:nvPr/>
      </p:nvGrpSpPr>
      <p:grpSpPr>
        <a:xfrm>
          <a:off x="0" y="0"/>
          <a:ext cx="0" cy="0"/>
          <a:chOff x="0" y="0"/>
          <a:chExt cx="0" cy="0"/>
        </a:xfrm>
      </p:grpSpPr>
      <p:sp>
        <p:nvSpPr>
          <p:cNvPr id="49" name="Google Shape;49;p12"/>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11" Type="http://schemas.openxmlformats.org/officeDocument/2006/relationships/slideLayout" Target="../slideLayouts/slideLayout11.xml"/><Relationship Id="rId10" Type="http://schemas.openxmlformats.org/officeDocument/2006/relationships/slideLayout" Target="../slideLayouts/slideLayout10.xml"/><Relationship Id="rId12" Type="http://schemas.openxmlformats.org/officeDocument/2006/relationships/theme" Target="../theme/theme2.xml"/><Relationship Id="rId9" Type="http://schemas.openxmlformats.org/officeDocument/2006/relationships/slideLayout" Target="../slideLayouts/slideLayout9.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s>
</file>

<file path=ppt/slideMasters/slideMaster1.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name="simple-light-2">
    <p:bg>
      <p:bgPr>
        <a:solidFill>
          <a:schemeClr val="lt1"/>
        </a:solidFill>
      </p:bgPr>
    </p:bg>
    <p:spTree>
      <p:nvGrpSpPr>
        <p:cNvPr id="5" name="Shape 5"/>
        <p:cNvGrpSpPr/>
        <p:nvPr/>
      </p:nvGrpSpPr>
      <p:grpSpPr>
        <a:xfrm>
          <a:off x="0" y="0"/>
          <a:ext cx="0" cy="0"/>
          <a:chOff x="0" y="0"/>
          <a:chExt cx="0" cy="0"/>
        </a:xfrm>
      </p:grpSpPr>
      <p:sp>
        <p:nvSpPr>
          <p:cNvPr id="6" name="Google Shape;6;p1"/>
          <p:cNvSpPr txBox="1"/>
          <p:nvPr>
            <p:ph type="title"/>
          </p:nvPr>
        </p:nvSpPr>
        <p:spPr>
          <a:xfrm>
            <a:off x="311700" y="445025"/>
            <a:ext cx="8520600" cy="572700"/>
          </a:xfrm>
          <a:prstGeom prst="rect">
            <a:avLst/>
          </a:prstGeom>
          <a:noFill/>
          <a:ln>
            <a:noFill/>
          </a:ln>
        </p:spPr>
        <p:txBody>
          <a:bodyPr anchorCtr="0" anchor="t" bIns="91425" lIns="91425" spcFirstLastPara="1" rIns="91425" wrap="square" tIns="91425">
            <a:normAutofit/>
          </a:bodyPr>
          <a:lstStyle>
            <a:lvl1pPr lvl="0">
              <a:spcBef>
                <a:spcPts val="0"/>
              </a:spcBef>
              <a:spcAft>
                <a:spcPts val="0"/>
              </a:spcAft>
              <a:buClr>
                <a:schemeClr val="dk1"/>
              </a:buClr>
              <a:buSzPts val="2800"/>
              <a:buNone/>
              <a:defRPr sz="2800">
                <a:solidFill>
                  <a:schemeClr val="dk1"/>
                </a:solidFill>
              </a:defRPr>
            </a:lvl1pPr>
            <a:lvl2pPr lvl="1">
              <a:spcBef>
                <a:spcPts val="0"/>
              </a:spcBef>
              <a:spcAft>
                <a:spcPts val="0"/>
              </a:spcAft>
              <a:buClr>
                <a:schemeClr val="dk1"/>
              </a:buClr>
              <a:buSzPts val="2800"/>
              <a:buNone/>
              <a:defRPr sz="2800">
                <a:solidFill>
                  <a:schemeClr val="dk1"/>
                </a:solidFill>
              </a:defRPr>
            </a:lvl2pPr>
            <a:lvl3pPr lvl="2">
              <a:spcBef>
                <a:spcPts val="0"/>
              </a:spcBef>
              <a:spcAft>
                <a:spcPts val="0"/>
              </a:spcAft>
              <a:buClr>
                <a:schemeClr val="dk1"/>
              </a:buClr>
              <a:buSzPts val="2800"/>
              <a:buNone/>
              <a:defRPr sz="2800">
                <a:solidFill>
                  <a:schemeClr val="dk1"/>
                </a:solidFill>
              </a:defRPr>
            </a:lvl3pPr>
            <a:lvl4pPr lvl="3">
              <a:spcBef>
                <a:spcPts val="0"/>
              </a:spcBef>
              <a:spcAft>
                <a:spcPts val="0"/>
              </a:spcAft>
              <a:buClr>
                <a:schemeClr val="dk1"/>
              </a:buClr>
              <a:buSzPts val="2800"/>
              <a:buNone/>
              <a:defRPr sz="2800">
                <a:solidFill>
                  <a:schemeClr val="dk1"/>
                </a:solidFill>
              </a:defRPr>
            </a:lvl4pPr>
            <a:lvl5pPr lvl="4">
              <a:spcBef>
                <a:spcPts val="0"/>
              </a:spcBef>
              <a:spcAft>
                <a:spcPts val="0"/>
              </a:spcAft>
              <a:buClr>
                <a:schemeClr val="dk1"/>
              </a:buClr>
              <a:buSzPts val="2800"/>
              <a:buNone/>
              <a:defRPr sz="2800">
                <a:solidFill>
                  <a:schemeClr val="dk1"/>
                </a:solidFill>
              </a:defRPr>
            </a:lvl5pPr>
            <a:lvl6pPr lvl="5">
              <a:spcBef>
                <a:spcPts val="0"/>
              </a:spcBef>
              <a:spcAft>
                <a:spcPts val="0"/>
              </a:spcAft>
              <a:buClr>
                <a:schemeClr val="dk1"/>
              </a:buClr>
              <a:buSzPts val="2800"/>
              <a:buNone/>
              <a:defRPr sz="2800">
                <a:solidFill>
                  <a:schemeClr val="dk1"/>
                </a:solidFill>
              </a:defRPr>
            </a:lvl6pPr>
            <a:lvl7pPr lvl="6">
              <a:spcBef>
                <a:spcPts val="0"/>
              </a:spcBef>
              <a:spcAft>
                <a:spcPts val="0"/>
              </a:spcAft>
              <a:buClr>
                <a:schemeClr val="dk1"/>
              </a:buClr>
              <a:buSzPts val="2800"/>
              <a:buNone/>
              <a:defRPr sz="2800">
                <a:solidFill>
                  <a:schemeClr val="dk1"/>
                </a:solidFill>
              </a:defRPr>
            </a:lvl7pPr>
            <a:lvl8pPr lvl="7">
              <a:spcBef>
                <a:spcPts val="0"/>
              </a:spcBef>
              <a:spcAft>
                <a:spcPts val="0"/>
              </a:spcAft>
              <a:buClr>
                <a:schemeClr val="dk1"/>
              </a:buClr>
              <a:buSzPts val="2800"/>
              <a:buNone/>
              <a:defRPr sz="2800">
                <a:solidFill>
                  <a:schemeClr val="dk1"/>
                </a:solidFill>
              </a:defRPr>
            </a:lvl8pPr>
            <a:lvl9pPr lvl="8">
              <a:spcBef>
                <a:spcPts val="0"/>
              </a:spcBef>
              <a:spcAft>
                <a:spcPts val="0"/>
              </a:spcAft>
              <a:buClr>
                <a:schemeClr val="dk1"/>
              </a:buClr>
              <a:buSzPts val="2800"/>
              <a:buNone/>
              <a:defRPr sz="2800">
                <a:solidFill>
                  <a:schemeClr val="dk1"/>
                </a:solidFill>
              </a:defRPr>
            </a:lvl9pPr>
          </a:lstStyle>
          <a:p/>
        </p:txBody>
      </p:sp>
      <p:sp>
        <p:nvSpPr>
          <p:cNvPr id="7" name="Google Shape;7;p1"/>
          <p:cNvSpPr txBox="1"/>
          <p:nvPr>
            <p:ph idx="1" type="body"/>
          </p:nvPr>
        </p:nvSpPr>
        <p:spPr>
          <a:xfrm>
            <a:off x="311700" y="1152475"/>
            <a:ext cx="8520600" cy="3416400"/>
          </a:xfrm>
          <a:prstGeom prst="rect">
            <a:avLst/>
          </a:prstGeom>
          <a:noFill/>
          <a:ln>
            <a:noFill/>
          </a:ln>
        </p:spPr>
        <p:txBody>
          <a:bodyPr anchorCtr="0" anchor="t" bIns="91425" lIns="91425" spcFirstLastPara="1" rIns="91425" wrap="square" tIns="91425">
            <a:normAutofit/>
          </a:bodyPr>
          <a:lstStyle>
            <a:lvl1pPr indent="-342900" lvl="0" marL="457200">
              <a:lnSpc>
                <a:spcPct val="115000"/>
              </a:lnSpc>
              <a:spcBef>
                <a:spcPts val="0"/>
              </a:spcBef>
              <a:spcAft>
                <a:spcPts val="0"/>
              </a:spcAft>
              <a:buClr>
                <a:schemeClr val="dk2"/>
              </a:buClr>
              <a:buSzPts val="1800"/>
              <a:buChar char="●"/>
              <a:defRPr sz="1800">
                <a:solidFill>
                  <a:schemeClr val="dk2"/>
                </a:solidFill>
              </a:defRPr>
            </a:lvl1pPr>
            <a:lvl2pPr indent="-317500" lvl="1" marL="914400">
              <a:lnSpc>
                <a:spcPct val="115000"/>
              </a:lnSpc>
              <a:spcBef>
                <a:spcPts val="0"/>
              </a:spcBef>
              <a:spcAft>
                <a:spcPts val="0"/>
              </a:spcAft>
              <a:buClr>
                <a:schemeClr val="dk2"/>
              </a:buClr>
              <a:buSzPts val="1400"/>
              <a:buChar char="○"/>
              <a:defRPr>
                <a:solidFill>
                  <a:schemeClr val="dk2"/>
                </a:solidFill>
              </a:defRPr>
            </a:lvl2pPr>
            <a:lvl3pPr indent="-317500" lvl="2" marL="1371600">
              <a:lnSpc>
                <a:spcPct val="115000"/>
              </a:lnSpc>
              <a:spcBef>
                <a:spcPts val="0"/>
              </a:spcBef>
              <a:spcAft>
                <a:spcPts val="0"/>
              </a:spcAft>
              <a:buClr>
                <a:schemeClr val="dk2"/>
              </a:buClr>
              <a:buSzPts val="1400"/>
              <a:buChar char="■"/>
              <a:defRPr>
                <a:solidFill>
                  <a:schemeClr val="dk2"/>
                </a:solidFill>
              </a:defRPr>
            </a:lvl3pPr>
            <a:lvl4pPr indent="-317500" lvl="3" marL="1828800">
              <a:lnSpc>
                <a:spcPct val="115000"/>
              </a:lnSpc>
              <a:spcBef>
                <a:spcPts val="0"/>
              </a:spcBef>
              <a:spcAft>
                <a:spcPts val="0"/>
              </a:spcAft>
              <a:buClr>
                <a:schemeClr val="dk2"/>
              </a:buClr>
              <a:buSzPts val="1400"/>
              <a:buChar char="●"/>
              <a:defRPr>
                <a:solidFill>
                  <a:schemeClr val="dk2"/>
                </a:solidFill>
              </a:defRPr>
            </a:lvl4pPr>
            <a:lvl5pPr indent="-317500" lvl="4" marL="2286000">
              <a:lnSpc>
                <a:spcPct val="115000"/>
              </a:lnSpc>
              <a:spcBef>
                <a:spcPts val="0"/>
              </a:spcBef>
              <a:spcAft>
                <a:spcPts val="0"/>
              </a:spcAft>
              <a:buClr>
                <a:schemeClr val="dk2"/>
              </a:buClr>
              <a:buSzPts val="1400"/>
              <a:buChar char="○"/>
              <a:defRPr>
                <a:solidFill>
                  <a:schemeClr val="dk2"/>
                </a:solidFill>
              </a:defRPr>
            </a:lvl5pPr>
            <a:lvl6pPr indent="-317500" lvl="5" marL="2743200">
              <a:lnSpc>
                <a:spcPct val="115000"/>
              </a:lnSpc>
              <a:spcBef>
                <a:spcPts val="0"/>
              </a:spcBef>
              <a:spcAft>
                <a:spcPts val="0"/>
              </a:spcAft>
              <a:buClr>
                <a:schemeClr val="dk2"/>
              </a:buClr>
              <a:buSzPts val="1400"/>
              <a:buChar char="■"/>
              <a:defRPr>
                <a:solidFill>
                  <a:schemeClr val="dk2"/>
                </a:solidFill>
              </a:defRPr>
            </a:lvl6pPr>
            <a:lvl7pPr indent="-317500" lvl="6" marL="3200400">
              <a:lnSpc>
                <a:spcPct val="115000"/>
              </a:lnSpc>
              <a:spcBef>
                <a:spcPts val="0"/>
              </a:spcBef>
              <a:spcAft>
                <a:spcPts val="0"/>
              </a:spcAft>
              <a:buClr>
                <a:schemeClr val="dk2"/>
              </a:buClr>
              <a:buSzPts val="1400"/>
              <a:buChar char="●"/>
              <a:defRPr>
                <a:solidFill>
                  <a:schemeClr val="dk2"/>
                </a:solidFill>
              </a:defRPr>
            </a:lvl7pPr>
            <a:lvl8pPr indent="-317500" lvl="7" marL="3657600">
              <a:lnSpc>
                <a:spcPct val="115000"/>
              </a:lnSpc>
              <a:spcBef>
                <a:spcPts val="0"/>
              </a:spcBef>
              <a:spcAft>
                <a:spcPts val="0"/>
              </a:spcAft>
              <a:buClr>
                <a:schemeClr val="dk2"/>
              </a:buClr>
              <a:buSzPts val="1400"/>
              <a:buChar char="○"/>
              <a:defRPr>
                <a:solidFill>
                  <a:schemeClr val="dk2"/>
                </a:solidFill>
              </a:defRPr>
            </a:lvl8pPr>
            <a:lvl9pPr indent="-317500" lvl="8" marL="4114800">
              <a:lnSpc>
                <a:spcPct val="115000"/>
              </a:lnSpc>
              <a:spcBef>
                <a:spcPts val="0"/>
              </a:spcBef>
              <a:spcAft>
                <a:spcPts val="0"/>
              </a:spcAft>
              <a:buClr>
                <a:schemeClr val="dk2"/>
              </a:buClr>
              <a:buSzPts val="1400"/>
              <a:buChar char="■"/>
              <a:defRPr>
                <a:solidFill>
                  <a:schemeClr val="dk2"/>
                </a:solidFill>
              </a:defRPr>
            </a:lvl9pPr>
          </a:lstStyle>
          <a:p/>
        </p:txBody>
      </p:sp>
      <p:sp>
        <p:nvSpPr>
          <p:cNvPr id="8" name="Google Shape;8;p1"/>
          <p:cNvSpPr txBox="1"/>
          <p:nvPr>
            <p:ph idx="12" type="sldNum"/>
          </p:nvPr>
        </p:nvSpPr>
        <p:spPr>
          <a:xfrm>
            <a:off x="8472458" y="4663217"/>
            <a:ext cx="548700" cy="393600"/>
          </a:xfrm>
          <a:prstGeom prst="rect">
            <a:avLst/>
          </a:prstGeom>
          <a:noFill/>
          <a:ln>
            <a:noFill/>
          </a:ln>
        </p:spPr>
        <p:txBody>
          <a:bodyPr anchorCtr="0" anchor="ctr" bIns="91425" lIns="91425" spcFirstLastPara="1" rIns="91425" wrap="square" tIns="91425">
            <a:normAutofit/>
          </a:bodyPr>
          <a:lstStyle>
            <a:lvl1pPr lvl="0" algn="r">
              <a:buNone/>
              <a:defRPr sz="1000">
                <a:solidFill>
                  <a:schemeClr val="dk2"/>
                </a:solidFill>
              </a:defRPr>
            </a:lvl1pPr>
            <a:lvl2pPr lvl="1" algn="r">
              <a:buNone/>
              <a:defRPr sz="1000">
                <a:solidFill>
                  <a:schemeClr val="dk2"/>
                </a:solidFill>
              </a:defRPr>
            </a:lvl2pPr>
            <a:lvl3pPr lvl="2" algn="r">
              <a:buNone/>
              <a:defRPr sz="1000">
                <a:solidFill>
                  <a:schemeClr val="dk2"/>
                </a:solidFill>
              </a:defRPr>
            </a:lvl3pPr>
            <a:lvl4pPr lvl="3" algn="r">
              <a:buNone/>
              <a:defRPr sz="1000">
                <a:solidFill>
                  <a:schemeClr val="dk2"/>
                </a:solidFill>
              </a:defRPr>
            </a:lvl4pPr>
            <a:lvl5pPr lvl="4" algn="r">
              <a:buNone/>
              <a:defRPr sz="1000">
                <a:solidFill>
                  <a:schemeClr val="dk2"/>
                </a:solidFill>
              </a:defRPr>
            </a:lvl5pPr>
            <a:lvl6pPr lvl="5" algn="r">
              <a:buNone/>
              <a:defRPr sz="1000">
                <a:solidFill>
                  <a:schemeClr val="dk2"/>
                </a:solidFill>
              </a:defRPr>
            </a:lvl6pPr>
            <a:lvl7pPr lvl="6" algn="r">
              <a:buNone/>
              <a:defRPr sz="1000">
                <a:solidFill>
                  <a:schemeClr val="dk2"/>
                </a:solidFill>
              </a:defRPr>
            </a:lvl7pPr>
            <a:lvl8pPr lvl="7" algn="r">
              <a:buNone/>
              <a:defRPr sz="1000">
                <a:solidFill>
                  <a:schemeClr val="dk2"/>
                </a:solidFill>
              </a:defRPr>
            </a:lvl8pPr>
            <a:lvl9pPr lvl="8" algn="r">
              <a:buNone/>
              <a:defRPr sz="1000">
                <a:solidFill>
                  <a:schemeClr val="dk2"/>
                </a:solidFill>
              </a:defRPr>
            </a:lvl9pPr>
          </a:lstStyle>
          <a:p>
            <a:pPr indent="0" lvl="0" marL="0" rtl="0" algn="r">
              <a:spcBef>
                <a:spcPts val="0"/>
              </a:spcBef>
              <a:spcAft>
                <a:spcPts val="0"/>
              </a:spcAft>
              <a:buNone/>
            </a:pPr>
            <a:fld id="{00000000-1234-1234-1234-123412341234}" type="slidenum">
              <a:rPr lang="en"/>
              <a:t>‹#›</a:t>
            </a:fld>
            <a:endParaRPr/>
          </a:p>
        </p:txBody>
      </p:sp>
    </p:spTree>
  </p:cSld>
  <p:clrMap accent1="accent1" accent2="accent2" accent3="accent3" accent4="accent4" accent5="accent5" accent6="accent6" bg1="lt1" bg2="dk2" tx1="dk1" tx2="lt2" folHlink="folHlink" hlink="hlink"/>
  <p:sldLayoutIdLst>
    <p:sldLayoutId id="2147483648" r:id="rId1"/>
    <p:sldLayoutId id="2147483649" r:id="rId2"/>
    <p:sldLayoutId id="2147483650" r:id="rId3"/>
    <p:sldLayoutId id="2147483651" r:id="rId4"/>
    <p:sldLayoutId id="2147483652" r:id="rId5"/>
    <p:sldLayoutId id="2147483653" r:id="rId6"/>
    <p:sldLayoutId id="2147483654" r:id="rId7"/>
    <p:sldLayoutId id="2147483655" r:id="rId8"/>
    <p:sldLayoutId id="2147483656" r:id="rId9"/>
    <p:sldLayoutId id="2147483657" r:id="rId10"/>
    <p:sldLayoutId id="2147483658" r:id="rId11"/>
  </p:sldLayoutIdLst>
  <p:hf dt="0" ftr="0" hdr="0" sldNum="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 Id="rId3" Type="http://schemas.openxmlformats.org/officeDocument/2006/relationships/image" Target="../media/image1.png"/></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4.xml"/><Relationship Id="rId3" Type="http://schemas.openxmlformats.org/officeDocument/2006/relationships/image" Target="../media/image5.png"/></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5.xml"/><Relationship Id="rId3" Type="http://schemas.openxmlformats.org/officeDocument/2006/relationships/image" Target="../media/image2.png"/></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6.xml"/><Relationship Id="rId3" Type="http://schemas.openxmlformats.org/officeDocument/2006/relationships/image" Target="../media/image4.png"/><Relationship Id="rId4" Type="http://schemas.openxmlformats.org/officeDocument/2006/relationships/image" Target="../media/image6.png"/><Relationship Id="rId5" Type="http://schemas.openxmlformats.org/officeDocument/2006/relationships/image" Target="../media/image3.png"/></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7.xml"/><Relationship Id="rId3" Type="http://schemas.openxmlformats.org/officeDocument/2006/relationships/image" Target="../media/image10.png"/><Relationship Id="rId4" Type="http://schemas.openxmlformats.org/officeDocument/2006/relationships/image" Target="../media/image7.png"/></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9.xml"/><Relationship Id="rId3" Type="http://schemas.openxmlformats.org/officeDocument/2006/relationships/image" Target="../media/image9.png"/><Relationship Id="rId4" Type="http://schemas.openxmlformats.org/officeDocument/2006/relationships/image" Target="../media/image12.png"/><Relationship Id="rId5" Type="http://schemas.openxmlformats.org/officeDocument/2006/relationships/image" Target="../media/image11.png"/><Relationship Id="rId6" Type="http://schemas.openxmlformats.org/officeDocument/2006/relationships/image" Target="../media/image8.png"/><Relationship Id="rId7" Type="http://schemas.openxmlformats.org/officeDocument/2006/relationships/image" Target="../media/image13.png"/></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0.xml"/><Relationship Id="rId3" Type="http://schemas.openxmlformats.org/officeDocument/2006/relationships/image" Target="../media/image15.png"/></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1.xml"/><Relationship Id="rId3" Type="http://schemas.openxmlformats.org/officeDocument/2006/relationships/image" Target="../media/image16.png"/></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2.xml"/><Relationship Id="rId3" Type="http://schemas.openxmlformats.org/officeDocument/2006/relationships/image" Target="../media/image18.png"/></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3.xml"/><Relationship Id="rId3" Type="http://schemas.openxmlformats.org/officeDocument/2006/relationships/image" Target="../media/image14.png"/></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4.xml"/><Relationship Id="rId3" Type="http://schemas.openxmlformats.org/officeDocument/2006/relationships/image" Target="../media/image17.png"/></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5.xml"/><Relationship Id="rId3" Type="http://schemas.openxmlformats.org/officeDocument/2006/relationships/image" Target="../media/image20.png"/></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6.xml"/><Relationship Id="rId3" Type="http://schemas.openxmlformats.org/officeDocument/2006/relationships/image" Target="../media/image19.png"/></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0.xml"/></Relationships>
</file>

<file path=ppt/slides/slide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3" name="Shape 53"/>
        <p:cNvGrpSpPr/>
        <p:nvPr/>
      </p:nvGrpSpPr>
      <p:grpSpPr>
        <a:xfrm>
          <a:off x="0" y="0"/>
          <a:ext cx="0" cy="0"/>
          <a:chOff x="0" y="0"/>
          <a:chExt cx="0" cy="0"/>
        </a:xfrm>
      </p:grpSpPr>
      <p:sp>
        <p:nvSpPr>
          <p:cNvPr id="54" name="Google Shape;54;p13"/>
          <p:cNvSpPr txBox="1"/>
          <p:nvPr>
            <p:ph idx="1" type="subTitle"/>
          </p:nvPr>
        </p:nvSpPr>
        <p:spPr>
          <a:xfrm>
            <a:off x="264725" y="3526950"/>
            <a:ext cx="8520600" cy="1616700"/>
          </a:xfrm>
          <a:prstGeom prst="rect">
            <a:avLst/>
          </a:prstGeom>
        </p:spPr>
        <p:txBody>
          <a:bodyPr anchorCtr="0" anchor="t" bIns="91425" lIns="91425" spcFirstLastPara="1" rIns="91425" wrap="square" tIns="91425">
            <a:normAutofit/>
          </a:bodyPr>
          <a:lstStyle/>
          <a:p>
            <a:pPr indent="0" lvl="0" marL="0" rtl="0" algn="l">
              <a:spcBef>
                <a:spcPts val="0"/>
              </a:spcBef>
              <a:spcAft>
                <a:spcPts val="0"/>
              </a:spcAft>
              <a:buNone/>
            </a:pPr>
            <a:r>
              <a:rPr lang="en" sz="2300"/>
              <a:t>Eloisa</a:t>
            </a:r>
            <a:endParaRPr sz="2300"/>
          </a:p>
          <a:p>
            <a:pPr indent="0" lvl="0" marL="0" rtl="0" algn="l">
              <a:spcBef>
                <a:spcPts val="0"/>
              </a:spcBef>
              <a:spcAft>
                <a:spcPts val="0"/>
              </a:spcAft>
              <a:buNone/>
            </a:pPr>
            <a:r>
              <a:rPr lang="en" sz="2300"/>
              <a:t>Diogo</a:t>
            </a:r>
            <a:endParaRPr sz="2300"/>
          </a:p>
          <a:p>
            <a:pPr indent="0" lvl="0" marL="0" rtl="0" algn="l">
              <a:spcBef>
                <a:spcPts val="0"/>
              </a:spcBef>
              <a:spcAft>
                <a:spcPts val="0"/>
              </a:spcAft>
              <a:buNone/>
            </a:pPr>
            <a:r>
              <a:rPr lang="en" sz="2300"/>
              <a:t>Lokesh</a:t>
            </a:r>
            <a:endParaRPr sz="2300"/>
          </a:p>
        </p:txBody>
      </p:sp>
      <p:pic>
        <p:nvPicPr>
          <p:cNvPr id="55" name="Google Shape;55;p13"/>
          <p:cNvPicPr preferRelativeResize="0"/>
          <p:nvPr/>
        </p:nvPicPr>
        <p:blipFill>
          <a:blip r:embed="rId3">
            <a:alphaModFix/>
          </a:blip>
          <a:stretch>
            <a:fillRect/>
          </a:stretch>
        </p:blipFill>
        <p:spPr>
          <a:xfrm>
            <a:off x="542550" y="603602"/>
            <a:ext cx="4286249" cy="2712724"/>
          </a:xfrm>
          <a:prstGeom prst="rect">
            <a:avLst/>
          </a:prstGeom>
          <a:noFill/>
          <a:ln>
            <a:noFill/>
          </a:ln>
        </p:spPr>
      </p:pic>
      <p:sp>
        <p:nvSpPr>
          <p:cNvPr id="56" name="Google Shape;56;p13"/>
          <p:cNvSpPr txBox="1"/>
          <p:nvPr/>
        </p:nvSpPr>
        <p:spPr>
          <a:xfrm>
            <a:off x="5345475" y="1269888"/>
            <a:ext cx="2886600" cy="8928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b="1" lang="en" sz="2300">
                <a:solidFill>
                  <a:schemeClr val="dk2"/>
                </a:solidFill>
              </a:rPr>
              <a:t>Mini project</a:t>
            </a:r>
            <a:endParaRPr b="1" sz="2300">
              <a:solidFill>
                <a:schemeClr val="dk2"/>
              </a:solidFill>
            </a:endParaRPr>
          </a:p>
          <a:p>
            <a:pPr indent="0" lvl="0" marL="0" rtl="0" algn="l">
              <a:spcBef>
                <a:spcPts val="0"/>
              </a:spcBef>
              <a:spcAft>
                <a:spcPts val="0"/>
              </a:spcAft>
              <a:buNone/>
            </a:pPr>
            <a:r>
              <a:rPr b="1" lang="en" sz="2300">
                <a:solidFill>
                  <a:schemeClr val="dk2"/>
                </a:solidFill>
              </a:rPr>
              <a:t>Machine Learning</a:t>
            </a:r>
            <a:endParaRPr b="1" sz="2300">
              <a:solidFill>
                <a:schemeClr val="dk2"/>
              </a:solidFill>
            </a:endParaRPr>
          </a:p>
        </p:txBody>
      </p:sp>
    </p:spTree>
  </p:cSld>
  <p:clrMapOvr>
    <a:masterClrMapping/>
  </p:clrMapOvr>
</p:sld>
</file>

<file path=ppt/slides/slide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0" name="Shape 60"/>
        <p:cNvGrpSpPr/>
        <p:nvPr/>
      </p:nvGrpSpPr>
      <p:grpSpPr>
        <a:xfrm>
          <a:off x="0" y="0"/>
          <a:ext cx="0" cy="0"/>
          <a:chOff x="0" y="0"/>
          <a:chExt cx="0" cy="0"/>
        </a:xfrm>
      </p:grpSpPr>
      <p:sp>
        <p:nvSpPr>
          <p:cNvPr id="61" name="Google Shape;61;p14"/>
          <p:cNvSpPr txBox="1"/>
          <p:nvPr>
            <p:ph type="title"/>
          </p:nvPr>
        </p:nvSpPr>
        <p:spPr>
          <a:xfrm>
            <a:off x="311700" y="445025"/>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b="1" lang="en"/>
              <a:t>Project Overview</a:t>
            </a:r>
            <a:endParaRPr b="1"/>
          </a:p>
        </p:txBody>
      </p:sp>
      <p:sp>
        <p:nvSpPr>
          <p:cNvPr id="62" name="Google Shape;62;p14"/>
          <p:cNvSpPr txBox="1"/>
          <p:nvPr>
            <p:ph idx="1" type="body"/>
          </p:nvPr>
        </p:nvSpPr>
        <p:spPr>
          <a:xfrm>
            <a:off x="311700" y="1152475"/>
            <a:ext cx="8520600" cy="3796200"/>
          </a:xfrm>
          <a:prstGeom prst="rect">
            <a:avLst/>
          </a:prstGeom>
          <a:ln cap="flat" cmpd="sng" w="9525">
            <a:solidFill>
              <a:srgbClr val="B7B7B7"/>
            </a:solidFill>
            <a:prstDash val="solid"/>
            <a:round/>
            <a:headEnd len="sm" w="sm" type="none"/>
            <a:tailEnd len="sm" w="sm" type="none"/>
          </a:ln>
        </p:spPr>
        <p:txBody>
          <a:bodyPr anchorCtr="0" anchor="t" bIns="91425" lIns="91425" spcFirstLastPara="1" rIns="91425" wrap="square" tIns="91425">
            <a:normAutofit/>
          </a:bodyPr>
          <a:lstStyle/>
          <a:p>
            <a:pPr indent="0" lvl="0" marL="0" rtl="0" algn="l">
              <a:spcBef>
                <a:spcPts val="0"/>
              </a:spcBef>
              <a:spcAft>
                <a:spcPts val="0"/>
              </a:spcAft>
              <a:buNone/>
            </a:pPr>
            <a:r>
              <a:t/>
            </a:r>
            <a:endParaRPr/>
          </a:p>
          <a:p>
            <a:pPr indent="0" lvl="0" marL="0" rtl="0" algn="l">
              <a:spcBef>
                <a:spcPts val="1200"/>
              </a:spcBef>
              <a:spcAft>
                <a:spcPts val="0"/>
              </a:spcAft>
              <a:buNone/>
            </a:pPr>
            <a:r>
              <a:rPr b="1" lang="en" sz="1551" u="sng"/>
              <a:t>Project Objective:</a:t>
            </a:r>
            <a:endParaRPr b="1" sz="1551" u="sng"/>
          </a:p>
          <a:p>
            <a:pPr indent="0" lvl="0" marL="0" rtl="0" algn="l">
              <a:spcBef>
                <a:spcPts val="1200"/>
              </a:spcBef>
              <a:spcAft>
                <a:spcPts val="0"/>
              </a:spcAft>
              <a:buNone/>
            </a:pPr>
            <a:r>
              <a:rPr b="1" lang="en" sz="1500"/>
              <a:t>This project strengthens Machine Learning analytical thinking and Python data analysis skills.</a:t>
            </a:r>
            <a:endParaRPr b="1" sz="1251">
              <a:solidFill>
                <a:schemeClr val="dk1"/>
              </a:solidFill>
            </a:endParaRPr>
          </a:p>
          <a:p>
            <a:pPr indent="0" lvl="0" marL="0" rtl="0" algn="l">
              <a:spcBef>
                <a:spcPts val="1200"/>
              </a:spcBef>
              <a:spcAft>
                <a:spcPts val="0"/>
              </a:spcAft>
              <a:buNone/>
            </a:pPr>
            <a:r>
              <a:rPr b="1" lang="en" sz="1600" u="sng"/>
              <a:t>Project Description:</a:t>
            </a:r>
            <a:endParaRPr b="1" sz="1600" u="sng"/>
          </a:p>
          <a:p>
            <a:pPr indent="0" lvl="0" marL="0" rtl="0" algn="l">
              <a:spcBef>
                <a:spcPts val="1200"/>
              </a:spcBef>
              <a:spcAft>
                <a:spcPts val="0"/>
              </a:spcAft>
              <a:buNone/>
            </a:pPr>
            <a:r>
              <a:rPr b="1" lang="en" sz="1500"/>
              <a:t>Explore a one-year dataset of King County house sales (May 2014–May 2015) to analyze pricing trends through data loading, visualization, and models analysis, </a:t>
            </a:r>
            <a:r>
              <a:rPr b="1" lang="en" sz="1500">
                <a:highlight>
                  <a:srgbClr val="FFFFFF"/>
                </a:highlight>
              </a:rPr>
              <a:t>been price the target feature.</a:t>
            </a:r>
            <a:endParaRPr b="1" sz="1600" u="sng"/>
          </a:p>
          <a:p>
            <a:pPr indent="0" lvl="0" marL="0" rtl="0" algn="l">
              <a:spcBef>
                <a:spcPts val="1200"/>
              </a:spcBef>
              <a:spcAft>
                <a:spcPts val="1200"/>
              </a:spcAft>
              <a:buNone/>
            </a:pPr>
            <a:r>
              <a:t/>
            </a:r>
            <a:endParaRPr/>
          </a:p>
        </p:txBody>
      </p:sp>
    </p:spTree>
  </p:cSld>
  <p:clrMapOvr>
    <a:masterClrMapping/>
  </p:clrMapOvr>
</p:sld>
</file>

<file path=ppt/slides/slide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6" name="Shape 66"/>
        <p:cNvGrpSpPr/>
        <p:nvPr/>
      </p:nvGrpSpPr>
      <p:grpSpPr>
        <a:xfrm>
          <a:off x="0" y="0"/>
          <a:ext cx="0" cy="0"/>
          <a:chOff x="0" y="0"/>
          <a:chExt cx="0" cy="0"/>
        </a:xfrm>
      </p:grpSpPr>
      <p:sp>
        <p:nvSpPr>
          <p:cNvPr id="67" name="Google Shape;67;p15"/>
          <p:cNvSpPr txBox="1"/>
          <p:nvPr>
            <p:ph type="title"/>
          </p:nvPr>
        </p:nvSpPr>
        <p:spPr>
          <a:xfrm>
            <a:off x="336425" y="405700"/>
            <a:ext cx="8212500" cy="5358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b="1" lang="en"/>
              <a:t>Work Flow</a:t>
            </a:r>
            <a:endParaRPr b="1"/>
          </a:p>
        </p:txBody>
      </p:sp>
      <p:sp>
        <p:nvSpPr>
          <p:cNvPr id="68" name="Google Shape;68;p15"/>
          <p:cNvSpPr/>
          <p:nvPr/>
        </p:nvSpPr>
        <p:spPr>
          <a:xfrm>
            <a:off x="4334700" y="506700"/>
            <a:ext cx="2343900" cy="692100"/>
          </a:xfrm>
          <a:prstGeom prst="roundRect">
            <a:avLst>
              <a:gd fmla="val 16667" name="adj"/>
            </a:avLst>
          </a:prstGeom>
          <a:solidFill>
            <a:srgbClr val="C9DAF8"/>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
                <a:solidFill>
                  <a:schemeClr val="dk1"/>
                </a:solidFill>
              </a:rPr>
              <a:t>Work flow of Machine Learning Model </a:t>
            </a:r>
            <a:endParaRPr/>
          </a:p>
        </p:txBody>
      </p:sp>
      <p:cxnSp>
        <p:nvCxnSpPr>
          <p:cNvPr id="69" name="Google Shape;69;p15"/>
          <p:cNvCxnSpPr>
            <a:stCxn id="68" idx="2"/>
          </p:cNvCxnSpPr>
          <p:nvPr/>
        </p:nvCxnSpPr>
        <p:spPr>
          <a:xfrm flipH="1">
            <a:off x="3524250" y="1198800"/>
            <a:ext cx="1982400" cy="473100"/>
          </a:xfrm>
          <a:prstGeom prst="straightConnector1">
            <a:avLst/>
          </a:prstGeom>
          <a:noFill/>
          <a:ln cap="flat" cmpd="sng" w="9525">
            <a:solidFill>
              <a:schemeClr val="dk2"/>
            </a:solidFill>
            <a:prstDash val="solid"/>
            <a:round/>
            <a:headEnd len="med" w="med" type="none"/>
            <a:tailEnd len="med" w="med" type="none"/>
          </a:ln>
        </p:spPr>
      </p:cxnSp>
      <p:sp>
        <p:nvSpPr>
          <p:cNvPr id="70" name="Google Shape;70;p15"/>
          <p:cNvSpPr/>
          <p:nvPr/>
        </p:nvSpPr>
        <p:spPr>
          <a:xfrm>
            <a:off x="2597575" y="1660475"/>
            <a:ext cx="1854600" cy="580200"/>
          </a:xfrm>
          <a:prstGeom prst="roundRect">
            <a:avLst>
              <a:gd fmla="val 16667" name="adj"/>
            </a:avLst>
          </a:prstGeom>
          <a:solidFill>
            <a:srgbClr val="C9DAF8"/>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rPr lang="en">
                <a:solidFill>
                  <a:schemeClr val="dk1"/>
                </a:solidFill>
              </a:rPr>
              <a:t>Model Training With Raw Data Path</a:t>
            </a:r>
            <a:endParaRPr/>
          </a:p>
        </p:txBody>
      </p:sp>
      <p:sp>
        <p:nvSpPr>
          <p:cNvPr id="71" name="Google Shape;71;p15"/>
          <p:cNvSpPr/>
          <p:nvPr/>
        </p:nvSpPr>
        <p:spPr>
          <a:xfrm>
            <a:off x="6484625" y="1604525"/>
            <a:ext cx="2064300" cy="692100"/>
          </a:xfrm>
          <a:prstGeom prst="roundRect">
            <a:avLst>
              <a:gd fmla="val 16667" name="adj"/>
            </a:avLst>
          </a:prstGeom>
          <a:solidFill>
            <a:srgbClr val="C9DAF8"/>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rPr lang="en">
                <a:solidFill>
                  <a:schemeClr val="dk1"/>
                </a:solidFill>
              </a:rPr>
              <a:t>Model Training With Filtered Data Path</a:t>
            </a:r>
            <a:endParaRPr/>
          </a:p>
        </p:txBody>
      </p:sp>
      <p:cxnSp>
        <p:nvCxnSpPr>
          <p:cNvPr id="72" name="Google Shape;72;p15"/>
          <p:cNvCxnSpPr>
            <a:stCxn id="68" idx="2"/>
            <a:endCxn id="71" idx="0"/>
          </p:cNvCxnSpPr>
          <p:nvPr/>
        </p:nvCxnSpPr>
        <p:spPr>
          <a:xfrm>
            <a:off x="5506650" y="1198800"/>
            <a:ext cx="2010000" cy="405600"/>
          </a:xfrm>
          <a:prstGeom prst="straightConnector1">
            <a:avLst/>
          </a:prstGeom>
          <a:noFill/>
          <a:ln cap="flat" cmpd="sng" w="9525">
            <a:solidFill>
              <a:schemeClr val="dk2"/>
            </a:solidFill>
            <a:prstDash val="solid"/>
            <a:round/>
            <a:headEnd len="med" w="med" type="none"/>
            <a:tailEnd len="med" w="med" type="none"/>
          </a:ln>
        </p:spPr>
      </p:cxnSp>
      <p:cxnSp>
        <p:nvCxnSpPr>
          <p:cNvPr id="73" name="Google Shape;73;p15"/>
          <p:cNvCxnSpPr/>
          <p:nvPr/>
        </p:nvCxnSpPr>
        <p:spPr>
          <a:xfrm>
            <a:off x="3524275" y="2240675"/>
            <a:ext cx="1200" cy="205200"/>
          </a:xfrm>
          <a:prstGeom prst="straightConnector1">
            <a:avLst/>
          </a:prstGeom>
          <a:noFill/>
          <a:ln cap="flat" cmpd="sng" w="9525">
            <a:solidFill>
              <a:schemeClr val="dk2"/>
            </a:solidFill>
            <a:prstDash val="solid"/>
            <a:round/>
            <a:headEnd len="med" w="med" type="none"/>
            <a:tailEnd len="med" w="med" type="none"/>
          </a:ln>
        </p:spPr>
      </p:cxnSp>
      <p:sp>
        <p:nvSpPr>
          <p:cNvPr id="74" name="Google Shape;74;p15"/>
          <p:cNvSpPr/>
          <p:nvPr/>
        </p:nvSpPr>
        <p:spPr>
          <a:xfrm>
            <a:off x="2352925" y="2414375"/>
            <a:ext cx="2343900" cy="1128900"/>
          </a:xfrm>
          <a:prstGeom prst="roundRect">
            <a:avLst>
              <a:gd fmla="val 16667" name="adj"/>
            </a:avLst>
          </a:prstGeom>
          <a:solidFill>
            <a:srgbClr val="C9DAF8"/>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rPr lang="en"/>
              <a:t>Linear Regression</a:t>
            </a:r>
            <a:endParaRPr/>
          </a:p>
          <a:p>
            <a:pPr indent="0" lvl="0" marL="0" rtl="0" algn="l">
              <a:spcBef>
                <a:spcPts val="0"/>
              </a:spcBef>
              <a:spcAft>
                <a:spcPts val="0"/>
              </a:spcAft>
              <a:buNone/>
            </a:pPr>
            <a:r>
              <a:rPr lang="en"/>
              <a:t>Polynomial Regression</a:t>
            </a:r>
            <a:endParaRPr/>
          </a:p>
          <a:p>
            <a:pPr indent="0" lvl="0" marL="0" rtl="0" algn="l">
              <a:spcBef>
                <a:spcPts val="0"/>
              </a:spcBef>
              <a:spcAft>
                <a:spcPts val="0"/>
              </a:spcAft>
              <a:buNone/>
            </a:pPr>
            <a:r>
              <a:rPr lang="en"/>
              <a:t>Random Forest</a:t>
            </a:r>
            <a:endParaRPr/>
          </a:p>
          <a:p>
            <a:pPr indent="0" lvl="0" marL="0" rtl="0" algn="l">
              <a:spcBef>
                <a:spcPts val="0"/>
              </a:spcBef>
              <a:spcAft>
                <a:spcPts val="0"/>
              </a:spcAft>
              <a:buNone/>
            </a:pPr>
            <a:r>
              <a:rPr lang="en"/>
              <a:t>Xg Boost</a:t>
            </a:r>
            <a:endParaRPr/>
          </a:p>
        </p:txBody>
      </p:sp>
      <p:sp>
        <p:nvSpPr>
          <p:cNvPr id="75" name="Google Shape;75;p15"/>
          <p:cNvSpPr/>
          <p:nvPr/>
        </p:nvSpPr>
        <p:spPr>
          <a:xfrm>
            <a:off x="6484625" y="2445875"/>
            <a:ext cx="2064300" cy="1065900"/>
          </a:xfrm>
          <a:prstGeom prst="roundRect">
            <a:avLst>
              <a:gd fmla="val 16667" name="adj"/>
            </a:avLst>
          </a:prstGeom>
          <a:solidFill>
            <a:srgbClr val="C9DAF8"/>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a:p>
            <a:pPr indent="0" lvl="0" marL="0" rtl="0" algn="l">
              <a:spcBef>
                <a:spcPts val="0"/>
              </a:spcBef>
              <a:spcAft>
                <a:spcPts val="0"/>
              </a:spcAft>
              <a:buNone/>
            </a:pPr>
            <a:r>
              <a:rPr lang="en"/>
              <a:t>EDA</a:t>
            </a:r>
            <a:endParaRPr/>
          </a:p>
          <a:p>
            <a:pPr indent="0" lvl="0" marL="0" rtl="0" algn="l">
              <a:spcBef>
                <a:spcPts val="0"/>
              </a:spcBef>
              <a:spcAft>
                <a:spcPts val="0"/>
              </a:spcAft>
              <a:buNone/>
            </a:pPr>
            <a:r>
              <a:rPr lang="en"/>
              <a:t>Data Cleaning</a:t>
            </a:r>
            <a:endParaRPr/>
          </a:p>
          <a:p>
            <a:pPr indent="0" lvl="0" marL="0" rtl="0" algn="l">
              <a:spcBef>
                <a:spcPts val="0"/>
              </a:spcBef>
              <a:spcAft>
                <a:spcPts val="0"/>
              </a:spcAft>
              <a:buNone/>
            </a:pPr>
            <a:r>
              <a:rPr lang="en"/>
              <a:t>Feature Engineering</a:t>
            </a:r>
            <a:endParaRPr/>
          </a:p>
          <a:p>
            <a:pPr indent="0" lvl="0" marL="0" rtl="0" algn="l">
              <a:spcBef>
                <a:spcPts val="0"/>
              </a:spcBef>
              <a:spcAft>
                <a:spcPts val="0"/>
              </a:spcAft>
              <a:buNone/>
            </a:pPr>
            <a:r>
              <a:rPr lang="en"/>
              <a:t>Data Scaling</a:t>
            </a:r>
            <a:endParaRPr/>
          </a:p>
          <a:p>
            <a:pPr indent="0" lvl="0" marL="0" rtl="0" algn="l">
              <a:spcBef>
                <a:spcPts val="0"/>
              </a:spcBef>
              <a:spcAft>
                <a:spcPts val="0"/>
              </a:spcAft>
              <a:buNone/>
            </a:pPr>
            <a:r>
              <a:rPr lang="en"/>
              <a:t>Data Encoding</a:t>
            </a:r>
            <a:endParaRPr/>
          </a:p>
          <a:p>
            <a:pPr indent="0" lvl="0" marL="0" rtl="0" algn="l">
              <a:spcBef>
                <a:spcPts val="0"/>
              </a:spcBef>
              <a:spcAft>
                <a:spcPts val="0"/>
              </a:spcAft>
              <a:buNone/>
            </a:pPr>
            <a:r>
              <a:t/>
            </a:r>
            <a:endParaRPr/>
          </a:p>
        </p:txBody>
      </p:sp>
      <p:cxnSp>
        <p:nvCxnSpPr>
          <p:cNvPr id="76" name="Google Shape;76;p15"/>
          <p:cNvCxnSpPr>
            <a:stCxn id="75" idx="0"/>
            <a:endCxn id="75" idx="0"/>
          </p:cNvCxnSpPr>
          <p:nvPr/>
        </p:nvCxnSpPr>
        <p:spPr>
          <a:xfrm>
            <a:off x="7516775" y="2445875"/>
            <a:ext cx="0" cy="0"/>
          </a:xfrm>
          <a:prstGeom prst="straightConnector1">
            <a:avLst/>
          </a:prstGeom>
          <a:noFill/>
          <a:ln cap="flat" cmpd="sng" w="9525">
            <a:solidFill>
              <a:schemeClr val="dk2"/>
            </a:solidFill>
            <a:prstDash val="solid"/>
            <a:round/>
            <a:headEnd len="med" w="med" type="none"/>
            <a:tailEnd len="med" w="med" type="none"/>
          </a:ln>
        </p:spPr>
      </p:cxnSp>
      <p:sp>
        <p:nvSpPr>
          <p:cNvPr id="77" name="Google Shape;77;p15"/>
          <p:cNvSpPr/>
          <p:nvPr/>
        </p:nvSpPr>
        <p:spPr>
          <a:xfrm>
            <a:off x="6484625" y="3716975"/>
            <a:ext cx="2064300" cy="692100"/>
          </a:xfrm>
          <a:prstGeom prst="roundRect">
            <a:avLst>
              <a:gd fmla="val 16667" name="adj"/>
            </a:avLst>
          </a:prstGeom>
          <a:solidFill>
            <a:srgbClr val="C9DAF8"/>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rPr lang="en">
                <a:solidFill>
                  <a:schemeClr val="dk1"/>
                </a:solidFill>
              </a:rPr>
              <a:t>Model Training and Evaluation</a:t>
            </a:r>
            <a:endParaRPr/>
          </a:p>
        </p:txBody>
      </p:sp>
      <p:cxnSp>
        <p:nvCxnSpPr>
          <p:cNvPr id="78" name="Google Shape;78;p15"/>
          <p:cNvCxnSpPr/>
          <p:nvPr/>
        </p:nvCxnSpPr>
        <p:spPr>
          <a:xfrm>
            <a:off x="7516175" y="2240675"/>
            <a:ext cx="1200" cy="205200"/>
          </a:xfrm>
          <a:prstGeom prst="straightConnector1">
            <a:avLst/>
          </a:prstGeom>
          <a:noFill/>
          <a:ln cap="flat" cmpd="sng" w="9525">
            <a:solidFill>
              <a:schemeClr val="dk2"/>
            </a:solidFill>
            <a:prstDash val="solid"/>
            <a:round/>
            <a:headEnd len="med" w="med" type="none"/>
            <a:tailEnd len="med" w="med" type="none"/>
          </a:ln>
        </p:spPr>
      </p:cxnSp>
      <p:cxnSp>
        <p:nvCxnSpPr>
          <p:cNvPr id="79" name="Google Shape;79;p15"/>
          <p:cNvCxnSpPr/>
          <p:nvPr/>
        </p:nvCxnSpPr>
        <p:spPr>
          <a:xfrm>
            <a:off x="7516175" y="3511775"/>
            <a:ext cx="1200" cy="205200"/>
          </a:xfrm>
          <a:prstGeom prst="straightConnector1">
            <a:avLst/>
          </a:prstGeom>
          <a:noFill/>
          <a:ln cap="flat" cmpd="sng" w="9525">
            <a:solidFill>
              <a:schemeClr val="dk2"/>
            </a:solidFill>
            <a:prstDash val="solid"/>
            <a:round/>
            <a:headEnd len="med" w="med" type="none"/>
            <a:tailEnd len="med" w="med" type="none"/>
          </a:ln>
        </p:spPr>
      </p:cxnSp>
    </p:spTree>
  </p:cSld>
  <p:clrMapOvr>
    <a:masterClrMapping/>
  </p:clrMapOvr>
</p:sld>
</file>

<file path=ppt/slides/slide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83" name="Shape 83"/>
        <p:cNvGrpSpPr/>
        <p:nvPr/>
      </p:nvGrpSpPr>
      <p:grpSpPr>
        <a:xfrm>
          <a:off x="0" y="0"/>
          <a:ext cx="0" cy="0"/>
          <a:chOff x="0" y="0"/>
          <a:chExt cx="0" cy="0"/>
        </a:xfrm>
      </p:grpSpPr>
      <p:sp>
        <p:nvSpPr>
          <p:cNvPr id="84" name="Google Shape;84;p16"/>
          <p:cNvSpPr txBox="1"/>
          <p:nvPr>
            <p:ph type="title"/>
          </p:nvPr>
        </p:nvSpPr>
        <p:spPr>
          <a:xfrm>
            <a:off x="311700" y="277300"/>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Clr>
                <a:schemeClr val="dk1"/>
              </a:buClr>
              <a:buSzPct val="39285"/>
              <a:buFont typeface="Arial"/>
              <a:buNone/>
            </a:pPr>
            <a:r>
              <a:rPr b="1" lang="en"/>
              <a:t>Implementation Details</a:t>
            </a:r>
            <a:endParaRPr/>
          </a:p>
        </p:txBody>
      </p:sp>
      <p:sp>
        <p:nvSpPr>
          <p:cNvPr id="85" name="Google Shape;85;p16"/>
          <p:cNvSpPr txBox="1"/>
          <p:nvPr>
            <p:ph idx="1" type="body"/>
          </p:nvPr>
        </p:nvSpPr>
        <p:spPr>
          <a:xfrm>
            <a:off x="311700" y="1152475"/>
            <a:ext cx="8520600" cy="3416400"/>
          </a:xfrm>
          <a:prstGeom prst="rect">
            <a:avLst/>
          </a:prstGeom>
        </p:spPr>
        <p:txBody>
          <a:bodyPr anchorCtr="0" anchor="t" bIns="91425" lIns="91425" spcFirstLastPara="1" rIns="91425" wrap="square" tIns="91425">
            <a:normAutofit/>
          </a:bodyPr>
          <a:lstStyle/>
          <a:p>
            <a:pPr indent="0" lvl="0" marL="0" rtl="0" algn="l">
              <a:lnSpc>
                <a:spcPct val="100000"/>
              </a:lnSpc>
              <a:spcBef>
                <a:spcPts val="0"/>
              </a:spcBef>
              <a:spcAft>
                <a:spcPts val="0"/>
              </a:spcAft>
              <a:buNone/>
            </a:pPr>
            <a:r>
              <a:t/>
            </a:r>
            <a:endParaRPr sz="1400">
              <a:solidFill>
                <a:srgbClr val="000000"/>
              </a:solidFill>
            </a:endParaRPr>
          </a:p>
          <a:p>
            <a:pPr indent="0" lvl="0" marL="0" rtl="0" algn="l">
              <a:spcBef>
                <a:spcPts val="0"/>
              </a:spcBef>
              <a:spcAft>
                <a:spcPts val="1200"/>
              </a:spcAft>
              <a:buNone/>
            </a:pPr>
            <a:r>
              <a:t/>
            </a:r>
            <a:endParaRPr/>
          </a:p>
        </p:txBody>
      </p:sp>
      <p:sp>
        <p:nvSpPr>
          <p:cNvPr id="86" name="Google Shape;86;p16"/>
          <p:cNvSpPr txBox="1"/>
          <p:nvPr/>
        </p:nvSpPr>
        <p:spPr>
          <a:xfrm>
            <a:off x="812625" y="1413875"/>
            <a:ext cx="5002500" cy="16470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b="1" lang="en" sz="1800">
                <a:solidFill>
                  <a:schemeClr val="dk2"/>
                </a:solidFill>
              </a:rPr>
              <a:t>EDA</a:t>
            </a:r>
            <a:endParaRPr b="1" sz="1800">
              <a:solidFill>
                <a:schemeClr val="dk2"/>
              </a:solidFill>
            </a:endParaRPr>
          </a:p>
          <a:p>
            <a:pPr indent="0" lvl="0" marL="0" rtl="0" algn="l">
              <a:spcBef>
                <a:spcPts val="0"/>
              </a:spcBef>
              <a:spcAft>
                <a:spcPts val="0"/>
              </a:spcAft>
              <a:buNone/>
            </a:pPr>
            <a:r>
              <a:rPr lang="en" sz="1100">
                <a:solidFill>
                  <a:schemeClr val="dk1"/>
                </a:solidFill>
              </a:rPr>
              <a:t>As part of our analysis, we began with an </a:t>
            </a:r>
            <a:r>
              <a:rPr b="1" lang="en" sz="1100">
                <a:solidFill>
                  <a:schemeClr val="dk1"/>
                </a:solidFill>
              </a:rPr>
              <a:t>Exploratory Data Analysis (EDA)</a:t>
            </a:r>
            <a:r>
              <a:rPr lang="en" sz="1100">
                <a:solidFill>
                  <a:schemeClr val="dk1"/>
                </a:solidFill>
              </a:rPr>
              <a:t> to better understand the dataset before building any predictive models.</a:t>
            </a:r>
            <a:endParaRPr sz="1100">
              <a:solidFill>
                <a:schemeClr val="dk1"/>
              </a:solidFill>
            </a:endParaRPr>
          </a:p>
          <a:p>
            <a:pPr indent="0" lvl="0" marL="0" rtl="0" algn="l">
              <a:spcBef>
                <a:spcPts val="0"/>
              </a:spcBef>
              <a:spcAft>
                <a:spcPts val="0"/>
              </a:spcAft>
              <a:buNone/>
            </a:pPr>
            <a:r>
              <a:rPr lang="en" sz="1100">
                <a:solidFill>
                  <a:schemeClr val="dk1"/>
                </a:solidFill>
              </a:rPr>
              <a:t>We made sure the dataset was clean and consistent.</a:t>
            </a:r>
            <a:endParaRPr sz="1100">
              <a:solidFill>
                <a:schemeClr val="dk1"/>
              </a:solidFill>
            </a:endParaRPr>
          </a:p>
          <a:p>
            <a:pPr indent="0" lvl="0" marL="0" rtl="0" algn="l">
              <a:spcBef>
                <a:spcPts val="0"/>
              </a:spcBef>
              <a:spcAft>
                <a:spcPts val="0"/>
              </a:spcAft>
              <a:buNone/>
            </a:pPr>
            <a:r>
              <a:t/>
            </a:r>
            <a:endParaRPr sz="1100">
              <a:solidFill>
                <a:schemeClr val="dk1"/>
              </a:solidFill>
            </a:endParaRPr>
          </a:p>
          <a:p>
            <a:pPr indent="0" lvl="0" marL="0" rtl="0" algn="l">
              <a:spcBef>
                <a:spcPts val="0"/>
              </a:spcBef>
              <a:spcAft>
                <a:spcPts val="0"/>
              </a:spcAft>
              <a:buNone/>
            </a:pPr>
            <a:r>
              <a:rPr lang="en" sz="1100">
                <a:solidFill>
                  <a:schemeClr val="dk1"/>
                </a:solidFill>
              </a:rPr>
              <a:t>To gain deeper insights, we visualized relationships between variables to identify features most related to house prices. This step was key in shaping our approach for the modeling phase.</a:t>
            </a:r>
            <a:endParaRPr sz="1100">
              <a:solidFill>
                <a:schemeClr val="dk1"/>
              </a:solidFill>
            </a:endParaRPr>
          </a:p>
        </p:txBody>
      </p:sp>
      <p:pic>
        <p:nvPicPr>
          <p:cNvPr id="87" name="Google Shape;87;p16"/>
          <p:cNvPicPr preferRelativeResize="0"/>
          <p:nvPr/>
        </p:nvPicPr>
        <p:blipFill>
          <a:blip r:embed="rId3">
            <a:alphaModFix/>
          </a:blip>
          <a:stretch>
            <a:fillRect/>
          </a:stretch>
        </p:blipFill>
        <p:spPr>
          <a:xfrm>
            <a:off x="6597300" y="1991525"/>
            <a:ext cx="2343150" cy="2095500"/>
          </a:xfrm>
          <a:prstGeom prst="rect">
            <a:avLst/>
          </a:prstGeom>
          <a:noFill/>
          <a:ln>
            <a:noFill/>
          </a:ln>
        </p:spPr>
      </p:pic>
      <p:sp>
        <p:nvSpPr>
          <p:cNvPr id="88" name="Google Shape;88;p16"/>
          <p:cNvSpPr/>
          <p:nvPr/>
        </p:nvSpPr>
        <p:spPr>
          <a:xfrm>
            <a:off x="49200" y="4520600"/>
            <a:ext cx="9045600" cy="572700"/>
          </a:xfrm>
          <a:prstGeom prst="roundRect">
            <a:avLst>
              <a:gd fmla="val 16667" name="adj"/>
            </a:avLst>
          </a:prstGeom>
          <a:solidFill>
            <a:schemeClr val="lt2"/>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lnSpc>
                <a:spcPct val="129545"/>
              </a:lnSpc>
              <a:spcBef>
                <a:spcPts val="0"/>
              </a:spcBef>
              <a:spcAft>
                <a:spcPts val="0"/>
              </a:spcAft>
              <a:buNone/>
            </a:pPr>
            <a:r>
              <a:t/>
            </a:r>
            <a:endParaRPr>
              <a:solidFill>
                <a:schemeClr val="dk1"/>
              </a:solidFill>
            </a:endParaRPr>
          </a:p>
          <a:p>
            <a:pPr indent="0" lvl="0" marL="0" rtl="0" algn="l">
              <a:lnSpc>
                <a:spcPct val="129545"/>
              </a:lnSpc>
              <a:spcBef>
                <a:spcPts val="0"/>
              </a:spcBef>
              <a:spcAft>
                <a:spcPts val="0"/>
              </a:spcAft>
              <a:buNone/>
            </a:pPr>
            <a:r>
              <a:rPr lang="en" sz="1200">
                <a:solidFill>
                  <a:schemeClr val="dk1"/>
                </a:solidFill>
                <a:latin typeface="Roboto"/>
                <a:ea typeface="Roboto"/>
                <a:cs typeface="Roboto"/>
                <a:sym typeface="Roboto"/>
              </a:rPr>
              <a:t>Reviewed the Data Frame structure, removed duplicate entries, and validated data types as part of core exploratory data analysis activities.</a:t>
            </a:r>
            <a:endParaRPr>
              <a:solidFill>
                <a:schemeClr val="dk1"/>
              </a:solidFill>
            </a:endParaRPr>
          </a:p>
          <a:p>
            <a:pPr indent="0" lvl="0" marL="0" rtl="0" algn="l">
              <a:lnSpc>
                <a:spcPct val="129545"/>
              </a:lnSpc>
              <a:spcBef>
                <a:spcPts val="0"/>
              </a:spcBef>
              <a:spcAft>
                <a:spcPts val="0"/>
              </a:spcAft>
              <a:buNone/>
            </a:pPr>
            <a:r>
              <a:t/>
            </a:r>
            <a:endParaRPr/>
          </a:p>
        </p:txBody>
      </p:sp>
    </p:spTree>
  </p:cSld>
  <p:clrMapOvr>
    <a:masterClrMapping/>
  </p:clrMapOvr>
</p:sld>
</file>

<file path=ppt/slides/slide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92" name="Shape 92"/>
        <p:cNvGrpSpPr/>
        <p:nvPr/>
      </p:nvGrpSpPr>
      <p:grpSpPr>
        <a:xfrm>
          <a:off x="0" y="0"/>
          <a:ext cx="0" cy="0"/>
          <a:chOff x="0" y="0"/>
          <a:chExt cx="0" cy="0"/>
        </a:xfrm>
      </p:grpSpPr>
      <p:sp>
        <p:nvSpPr>
          <p:cNvPr id="93" name="Google Shape;93;p17"/>
          <p:cNvSpPr txBox="1"/>
          <p:nvPr>
            <p:ph type="title"/>
          </p:nvPr>
        </p:nvSpPr>
        <p:spPr>
          <a:xfrm>
            <a:off x="311700" y="445025"/>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b="1" lang="en"/>
              <a:t>Model </a:t>
            </a:r>
            <a:r>
              <a:rPr b="1" lang="en"/>
              <a:t>Comparison</a:t>
            </a:r>
            <a:r>
              <a:rPr b="1" lang="en"/>
              <a:t> (On Raw Data)</a:t>
            </a:r>
            <a:endParaRPr b="1"/>
          </a:p>
        </p:txBody>
      </p:sp>
      <p:pic>
        <p:nvPicPr>
          <p:cNvPr id="94" name="Google Shape;94;p17"/>
          <p:cNvPicPr preferRelativeResize="0"/>
          <p:nvPr/>
        </p:nvPicPr>
        <p:blipFill rotWithShape="1">
          <a:blip r:embed="rId3">
            <a:alphaModFix/>
          </a:blip>
          <a:srcRect b="0" l="0" r="0" t="0"/>
          <a:stretch/>
        </p:blipFill>
        <p:spPr>
          <a:xfrm>
            <a:off x="311700" y="2158508"/>
            <a:ext cx="8368826" cy="1382267"/>
          </a:xfrm>
          <a:prstGeom prst="rect">
            <a:avLst/>
          </a:prstGeom>
          <a:noFill/>
          <a:ln>
            <a:noFill/>
          </a:ln>
        </p:spPr>
      </p:pic>
      <p:sp>
        <p:nvSpPr>
          <p:cNvPr id="95" name="Google Shape;95;p17"/>
          <p:cNvSpPr/>
          <p:nvPr/>
        </p:nvSpPr>
        <p:spPr>
          <a:xfrm>
            <a:off x="49325" y="3919875"/>
            <a:ext cx="9094800" cy="1223700"/>
          </a:xfrm>
          <a:prstGeom prst="roundRect">
            <a:avLst>
              <a:gd fmla="val 16667" name="adj"/>
            </a:avLst>
          </a:prstGeom>
          <a:solidFill>
            <a:schemeClr val="lt2"/>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lnSpc>
                <a:spcPct val="129545"/>
              </a:lnSpc>
              <a:spcBef>
                <a:spcPts val="0"/>
              </a:spcBef>
              <a:spcAft>
                <a:spcPts val="0"/>
              </a:spcAft>
              <a:buClr>
                <a:schemeClr val="dk1"/>
              </a:buClr>
              <a:buSzPts val="1100"/>
              <a:buFont typeface="Arial"/>
              <a:buNone/>
            </a:pPr>
            <a:r>
              <a:rPr lang="en">
                <a:solidFill>
                  <a:schemeClr val="dk1"/>
                </a:solidFill>
              </a:rPr>
              <a:t>- XGBoost and Random Forest gave the best results (highest R², lowest errors).</a:t>
            </a:r>
            <a:endParaRPr>
              <a:solidFill>
                <a:schemeClr val="dk1"/>
              </a:solidFill>
            </a:endParaRPr>
          </a:p>
          <a:p>
            <a:pPr indent="0" lvl="0" marL="0" rtl="0" algn="l">
              <a:lnSpc>
                <a:spcPct val="129545"/>
              </a:lnSpc>
              <a:spcBef>
                <a:spcPts val="0"/>
              </a:spcBef>
              <a:spcAft>
                <a:spcPts val="0"/>
              </a:spcAft>
              <a:buClr>
                <a:schemeClr val="dk1"/>
              </a:buClr>
              <a:buSzPts val="1100"/>
              <a:buFont typeface="Arial"/>
              <a:buNone/>
            </a:pPr>
            <a:r>
              <a:rPr lang="en">
                <a:solidFill>
                  <a:schemeClr val="dk1"/>
                </a:solidFill>
              </a:rPr>
              <a:t>- Polynomial regression improved over linear, but less than tree-based models.</a:t>
            </a:r>
            <a:endParaRPr>
              <a:solidFill>
                <a:schemeClr val="dk1"/>
              </a:solidFill>
            </a:endParaRPr>
          </a:p>
          <a:p>
            <a:pPr indent="0" lvl="0" marL="0" rtl="0" algn="l">
              <a:lnSpc>
                <a:spcPct val="129545"/>
              </a:lnSpc>
              <a:spcBef>
                <a:spcPts val="0"/>
              </a:spcBef>
              <a:spcAft>
                <a:spcPts val="0"/>
              </a:spcAft>
              <a:buNone/>
            </a:pPr>
            <a:r>
              <a:rPr lang="en">
                <a:solidFill>
                  <a:schemeClr val="dk1"/>
                </a:solidFill>
              </a:rPr>
              <a:t>- AdaBoost performed poorly and is not suitable on this dataset.</a:t>
            </a:r>
            <a:endParaRPr/>
          </a:p>
        </p:txBody>
      </p:sp>
      <p:sp>
        <p:nvSpPr>
          <p:cNvPr id="96" name="Google Shape;96;p17"/>
          <p:cNvSpPr/>
          <p:nvPr/>
        </p:nvSpPr>
        <p:spPr>
          <a:xfrm>
            <a:off x="192613" y="2915775"/>
            <a:ext cx="8607000" cy="361200"/>
          </a:xfrm>
          <a:prstGeom prst="rect">
            <a:avLst/>
          </a:prstGeom>
          <a:noFill/>
          <a:ln cap="flat" cmpd="sng" w="28575">
            <a:solidFill>
              <a:srgbClr val="FFFF00"/>
            </a:solidFill>
            <a:prstDash val="solid"/>
            <a:round/>
            <a:headEnd len="sm" w="sm" type="none"/>
            <a:tailEnd len="sm" w="sm" type="none"/>
          </a:ln>
          <a:effectLst>
            <a:outerShdw blurRad="57150" rotWithShape="0" algn="bl" dir="5400000" dist="19050">
              <a:srgbClr val="000000">
                <a:alpha val="50000"/>
              </a:srgbClr>
            </a:outerShdw>
          </a:effectLst>
        </p:spPr>
        <p:txBody>
          <a:bodyPr anchorCtr="0" anchor="ctr" bIns="91425" lIns="91425" spcFirstLastPara="1" rIns="91425" wrap="square" tIns="91425">
            <a:noAutofit/>
          </a:bodyPr>
          <a:lstStyle/>
          <a:p>
            <a:pPr indent="0" lvl="0" marL="0" rtl="0" algn="ctr">
              <a:spcBef>
                <a:spcPts val="0"/>
              </a:spcBef>
              <a:spcAft>
                <a:spcPts val="0"/>
              </a:spcAft>
              <a:buNone/>
            </a:pPr>
            <a:r>
              <a:t/>
            </a:r>
            <a:endParaRPr sz="1500"/>
          </a:p>
        </p:txBody>
      </p:sp>
    </p:spTree>
  </p:cSld>
  <p:clrMapOvr>
    <a:masterClrMapping/>
  </p:clrMapOvr>
</p:sld>
</file>

<file path=ppt/slides/slide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00" name="Shape 100"/>
        <p:cNvGrpSpPr/>
        <p:nvPr/>
      </p:nvGrpSpPr>
      <p:grpSpPr>
        <a:xfrm>
          <a:off x="0" y="0"/>
          <a:ext cx="0" cy="0"/>
          <a:chOff x="0" y="0"/>
          <a:chExt cx="0" cy="0"/>
        </a:xfrm>
      </p:grpSpPr>
      <p:sp>
        <p:nvSpPr>
          <p:cNvPr id="101" name="Google Shape;101;p18"/>
          <p:cNvSpPr txBox="1"/>
          <p:nvPr>
            <p:ph type="title"/>
          </p:nvPr>
        </p:nvSpPr>
        <p:spPr>
          <a:xfrm>
            <a:off x="311700" y="445025"/>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Clr>
                <a:schemeClr val="dk1"/>
              </a:buClr>
              <a:buSzPct val="39285"/>
              <a:buFont typeface="Arial"/>
              <a:buNone/>
            </a:pPr>
            <a:r>
              <a:rPr b="1" lang="en"/>
              <a:t>Implementation Details</a:t>
            </a:r>
            <a:endParaRPr/>
          </a:p>
        </p:txBody>
      </p:sp>
      <p:sp>
        <p:nvSpPr>
          <p:cNvPr id="102" name="Google Shape;102;p18"/>
          <p:cNvSpPr txBox="1"/>
          <p:nvPr>
            <p:ph idx="1" type="body"/>
          </p:nvPr>
        </p:nvSpPr>
        <p:spPr>
          <a:xfrm>
            <a:off x="574200" y="1302925"/>
            <a:ext cx="8520600" cy="3284100"/>
          </a:xfrm>
          <a:prstGeom prst="rect">
            <a:avLst/>
          </a:prstGeom>
        </p:spPr>
        <p:txBody>
          <a:bodyPr anchorCtr="0" anchor="t" bIns="91425" lIns="91425" spcFirstLastPara="1" rIns="91425" wrap="square" tIns="91425">
            <a:normAutofit fontScale="77500" lnSpcReduction="20000"/>
          </a:bodyPr>
          <a:lstStyle/>
          <a:p>
            <a:pPr indent="0" lvl="0" marL="0" rtl="0" algn="l">
              <a:lnSpc>
                <a:spcPct val="90000"/>
              </a:lnSpc>
              <a:spcBef>
                <a:spcPts val="1000"/>
              </a:spcBef>
              <a:spcAft>
                <a:spcPts val="0"/>
              </a:spcAft>
              <a:buNone/>
            </a:pPr>
            <a:r>
              <a:rPr lang="en" sz="1900">
                <a:solidFill>
                  <a:schemeClr val="dk1"/>
                </a:solidFill>
              </a:rPr>
              <a:t>Price, the target feature, shows a </a:t>
            </a:r>
            <a:endParaRPr sz="1900">
              <a:solidFill>
                <a:schemeClr val="dk1"/>
              </a:solidFill>
            </a:endParaRPr>
          </a:p>
          <a:p>
            <a:pPr indent="0" lvl="0" marL="0" rtl="0" algn="l">
              <a:lnSpc>
                <a:spcPct val="90000"/>
              </a:lnSpc>
              <a:spcBef>
                <a:spcPts val="1000"/>
              </a:spcBef>
              <a:spcAft>
                <a:spcPts val="0"/>
              </a:spcAft>
              <a:buNone/>
            </a:pPr>
            <a:r>
              <a:rPr lang="en" sz="1900">
                <a:solidFill>
                  <a:schemeClr val="dk1"/>
                </a:solidFill>
              </a:rPr>
              <a:t>positively skewed distribution.</a:t>
            </a:r>
            <a:endParaRPr sz="1900">
              <a:solidFill>
                <a:schemeClr val="dk1"/>
              </a:solidFill>
            </a:endParaRPr>
          </a:p>
          <a:p>
            <a:pPr indent="0" lvl="0" marL="0" rtl="0" algn="l">
              <a:lnSpc>
                <a:spcPct val="90000"/>
              </a:lnSpc>
              <a:spcBef>
                <a:spcPts val="1000"/>
              </a:spcBef>
              <a:spcAft>
                <a:spcPts val="0"/>
              </a:spcAft>
              <a:buNone/>
            </a:pPr>
            <a:r>
              <a:t/>
            </a:r>
            <a:endParaRPr sz="1900">
              <a:solidFill>
                <a:schemeClr val="dk1"/>
              </a:solidFill>
            </a:endParaRPr>
          </a:p>
          <a:p>
            <a:pPr indent="0" lvl="0" marL="0" rtl="0" algn="l">
              <a:lnSpc>
                <a:spcPct val="90000"/>
              </a:lnSpc>
              <a:spcBef>
                <a:spcPts val="1000"/>
              </a:spcBef>
              <a:spcAft>
                <a:spcPts val="0"/>
              </a:spcAft>
              <a:buNone/>
            </a:pPr>
            <a:r>
              <a:t/>
            </a:r>
            <a:endParaRPr sz="1900">
              <a:solidFill>
                <a:schemeClr val="dk1"/>
              </a:solidFill>
            </a:endParaRPr>
          </a:p>
          <a:p>
            <a:pPr indent="0" lvl="0" marL="0" rtl="0" algn="l">
              <a:lnSpc>
                <a:spcPct val="90000"/>
              </a:lnSpc>
              <a:spcBef>
                <a:spcPts val="1000"/>
              </a:spcBef>
              <a:spcAft>
                <a:spcPts val="0"/>
              </a:spcAft>
              <a:buNone/>
            </a:pPr>
            <a:r>
              <a:rPr lang="en" sz="1900">
                <a:solidFill>
                  <a:schemeClr val="dk1"/>
                </a:solidFill>
              </a:rPr>
              <a:t>sqft_living and sqft_above present</a:t>
            </a:r>
            <a:endParaRPr sz="1900">
              <a:solidFill>
                <a:schemeClr val="dk1"/>
              </a:solidFill>
            </a:endParaRPr>
          </a:p>
          <a:p>
            <a:pPr indent="0" lvl="0" marL="0" rtl="0" algn="l">
              <a:lnSpc>
                <a:spcPct val="90000"/>
              </a:lnSpc>
              <a:spcBef>
                <a:spcPts val="1000"/>
              </a:spcBef>
              <a:spcAft>
                <a:spcPts val="0"/>
              </a:spcAft>
              <a:buNone/>
            </a:pPr>
            <a:r>
              <a:rPr lang="en" sz="1900">
                <a:solidFill>
                  <a:schemeClr val="dk1"/>
                </a:solidFill>
              </a:rPr>
              <a:t>a</a:t>
            </a:r>
            <a:r>
              <a:rPr lang="en" sz="1900">
                <a:solidFill>
                  <a:schemeClr val="dk1"/>
                </a:solidFill>
              </a:rPr>
              <a:t> potential collinearity, both presented</a:t>
            </a:r>
            <a:endParaRPr sz="1900">
              <a:solidFill>
                <a:schemeClr val="dk1"/>
              </a:solidFill>
            </a:endParaRPr>
          </a:p>
          <a:p>
            <a:pPr indent="0" lvl="0" marL="0" rtl="0" algn="l">
              <a:lnSpc>
                <a:spcPct val="90000"/>
              </a:lnSpc>
              <a:spcBef>
                <a:spcPts val="1000"/>
              </a:spcBef>
              <a:spcAft>
                <a:spcPts val="0"/>
              </a:spcAft>
              <a:buNone/>
            </a:pPr>
            <a:r>
              <a:rPr lang="en" sz="1900">
                <a:solidFill>
                  <a:schemeClr val="dk1"/>
                </a:solidFill>
              </a:rPr>
              <a:t>Positively skewed distribution.</a:t>
            </a:r>
            <a:endParaRPr sz="1900">
              <a:solidFill>
                <a:schemeClr val="dk1"/>
              </a:solidFill>
            </a:endParaRPr>
          </a:p>
          <a:p>
            <a:pPr indent="0" lvl="0" marL="0" rtl="0" algn="l">
              <a:lnSpc>
                <a:spcPct val="90000"/>
              </a:lnSpc>
              <a:spcBef>
                <a:spcPts val="1000"/>
              </a:spcBef>
              <a:spcAft>
                <a:spcPts val="0"/>
              </a:spcAft>
              <a:buNone/>
            </a:pPr>
            <a:r>
              <a:t/>
            </a:r>
            <a:endParaRPr sz="1900">
              <a:solidFill>
                <a:schemeClr val="dk1"/>
              </a:solidFill>
            </a:endParaRPr>
          </a:p>
          <a:p>
            <a:pPr indent="0" lvl="0" marL="0" rtl="0" algn="l">
              <a:lnSpc>
                <a:spcPct val="90000"/>
              </a:lnSpc>
              <a:spcBef>
                <a:spcPts val="1000"/>
              </a:spcBef>
              <a:spcAft>
                <a:spcPts val="0"/>
              </a:spcAft>
              <a:buClr>
                <a:schemeClr val="dk1"/>
              </a:buClr>
              <a:buSzPct val="57894"/>
              <a:buFont typeface="Arial"/>
              <a:buNone/>
            </a:pPr>
            <a:r>
              <a:t/>
            </a:r>
            <a:endParaRPr sz="1900">
              <a:solidFill>
                <a:schemeClr val="dk1"/>
              </a:solidFill>
            </a:endParaRPr>
          </a:p>
          <a:p>
            <a:pPr indent="0" lvl="0" marL="0" rtl="0" algn="l">
              <a:lnSpc>
                <a:spcPct val="100000"/>
              </a:lnSpc>
              <a:spcBef>
                <a:spcPts val="0"/>
              </a:spcBef>
              <a:spcAft>
                <a:spcPts val="0"/>
              </a:spcAft>
              <a:buNone/>
            </a:pPr>
            <a:r>
              <a:t/>
            </a:r>
            <a:endParaRPr sz="1400">
              <a:solidFill>
                <a:srgbClr val="000000"/>
              </a:solidFill>
            </a:endParaRPr>
          </a:p>
          <a:p>
            <a:pPr indent="0" lvl="0" marL="0" rtl="0" algn="l">
              <a:spcBef>
                <a:spcPts val="0"/>
              </a:spcBef>
              <a:spcAft>
                <a:spcPts val="1200"/>
              </a:spcAft>
              <a:buNone/>
            </a:pPr>
            <a:r>
              <a:t/>
            </a:r>
            <a:endParaRPr/>
          </a:p>
        </p:txBody>
      </p:sp>
      <p:sp>
        <p:nvSpPr>
          <p:cNvPr id="103" name="Google Shape;103;p18"/>
          <p:cNvSpPr/>
          <p:nvPr/>
        </p:nvSpPr>
        <p:spPr>
          <a:xfrm>
            <a:off x="6943950" y="665425"/>
            <a:ext cx="1826400" cy="506400"/>
          </a:xfrm>
          <a:prstGeom prst="roundRect">
            <a:avLst>
              <a:gd fmla="val 16667" name="adj"/>
            </a:avLst>
          </a:prstGeom>
          <a:solidFill>
            <a:srgbClr val="C9DAF8"/>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rPr lang="en">
                <a:solidFill>
                  <a:schemeClr val="dk1"/>
                </a:solidFill>
              </a:rPr>
              <a:t>Univariate Analysis</a:t>
            </a:r>
            <a:endParaRPr>
              <a:solidFill>
                <a:schemeClr val="dk1"/>
              </a:solidFill>
            </a:endParaRPr>
          </a:p>
          <a:p>
            <a:pPr indent="0" lvl="0" marL="0" rtl="0" algn="l">
              <a:spcBef>
                <a:spcPts val="0"/>
              </a:spcBef>
              <a:spcAft>
                <a:spcPts val="0"/>
              </a:spcAft>
              <a:buNone/>
            </a:pPr>
            <a:r>
              <a:rPr lang="en">
                <a:solidFill>
                  <a:schemeClr val="dk1"/>
                </a:solidFill>
              </a:rPr>
              <a:t>Histograms Plots</a:t>
            </a:r>
            <a:endParaRPr>
              <a:solidFill>
                <a:schemeClr val="dk1"/>
              </a:solidFill>
            </a:endParaRPr>
          </a:p>
        </p:txBody>
      </p:sp>
      <p:pic>
        <p:nvPicPr>
          <p:cNvPr id="104" name="Google Shape;104;p18"/>
          <p:cNvPicPr preferRelativeResize="0"/>
          <p:nvPr/>
        </p:nvPicPr>
        <p:blipFill>
          <a:blip r:embed="rId3">
            <a:alphaModFix/>
          </a:blip>
          <a:stretch>
            <a:fillRect/>
          </a:stretch>
        </p:blipFill>
        <p:spPr>
          <a:xfrm>
            <a:off x="4629938" y="1348225"/>
            <a:ext cx="2102000" cy="1223525"/>
          </a:xfrm>
          <a:prstGeom prst="rect">
            <a:avLst/>
          </a:prstGeom>
          <a:noFill/>
          <a:ln>
            <a:noFill/>
          </a:ln>
        </p:spPr>
      </p:pic>
      <p:sp>
        <p:nvSpPr>
          <p:cNvPr id="105" name="Google Shape;105;p18"/>
          <p:cNvSpPr/>
          <p:nvPr/>
        </p:nvSpPr>
        <p:spPr>
          <a:xfrm>
            <a:off x="49200" y="4587025"/>
            <a:ext cx="9045600" cy="506400"/>
          </a:xfrm>
          <a:prstGeom prst="roundRect">
            <a:avLst>
              <a:gd fmla="val 16667" name="adj"/>
            </a:avLst>
          </a:prstGeom>
          <a:solidFill>
            <a:schemeClr val="lt2"/>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lnSpc>
                <a:spcPct val="129545"/>
              </a:lnSpc>
              <a:spcBef>
                <a:spcPts val="0"/>
              </a:spcBef>
              <a:spcAft>
                <a:spcPts val="0"/>
              </a:spcAft>
              <a:buNone/>
            </a:pPr>
            <a:r>
              <a:t/>
            </a:r>
            <a:endParaRPr>
              <a:solidFill>
                <a:schemeClr val="dk1"/>
              </a:solidFill>
            </a:endParaRPr>
          </a:p>
          <a:p>
            <a:pPr indent="0" lvl="0" marL="0" rtl="0" algn="l">
              <a:lnSpc>
                <a:spcPct val="115000"/>
              </a:lnSpc>
              <a:spcBef>
                <a:spcPts val="1200"/>
              </a:spcBef>
              <a:spcAft>
                <a:spcPts val="0"/>
              </a:spcAft>
              <a:buClr>
                <a:schemeClr val="dk1"/>
              </a:buClr>
              <a:buSzPts val="1100"/>
              <a:buFont typeface="Arial"/>
              <a:buNone/>
            </a:pPr>
            <a:r>
              <a:rPr lang="en">
                <a:solidFill>
                  <a:schemeClr val="dk1"/>
                </a:solidFill>
              </a:rPr>
              <a:t>For other features, it was not possible to observe a clear distribution; further analysis is required.</a:t>
            </a:r>
            <a:endParaRPr>
              <a:solidFill>
                <a:schemeClr val="dk1"/>
              </a:solidFill>
            </a:endParaRPr>
          </a:p>
          <a:p>
            <a:pPr indent="0" lvl="0" marL="0" rtl="0" algn="l">
              <a:lnSpc>
                <a:spcPct val="129545"/>
              </a:lnSpc>
              <a:spcBef>
                <a:spcPts val="1200"/>
              </a:spcBef>
              <a:spcAft>
                <a:spcPts val="0"/>
              </a:spcAft>
              <a:buNone/>
            </a:pPr>
            <a:r>
              <a:t/>
            </a:r>
            <a:endParaRPr>
              <a:solidFill>
                <a:schemeClr val="dk1"/>
              </a:solidFill>
            </a:endParaRPr>
          </a:p>
          <a:p>
            <a:pPr indent="0" lvl="0" marL="0" rtl="0" algn="l">
              <a:lnSpc>
                <a:spcPct val="129545"/>
              </a:lnSpc>
              <a:spcBef>
                <a:spcPts val="0"/>
              </a:spcBef>
              <a:spcAft>
                <a:spcPts val="0"/>
              </a:spcAft>
              <a:buNone/>
            </a:pPr>
            <a:r>
              <a:t/>
            </a:r>
            <a:endParaRPr/>
          </a:p>
        </p:txBody>
      </p:sp>
      <p:pic>
        <p:nvPicPr>
          <p:cNvPr id="106" name="Google Shape;106;p18"/>
          <p:cNvPicPr preferRelativeResize="0"/>
          <p:nvPr/>
        </p:nvPicPr>
        <p:blipFill>
          <a:blip r:embed="rId4">
            <a:alphaModFix/>
          </a:blip>
          <a:stretch>
            <a:fillRect/>
          </a:stretch>
        </p:blipFill>
        <p:spPr>
          <a:xfrm>
            <a:off x="4689425" y="2633625"/>
            <a:ext cx="1983025" cy="1681475"/>
          </a:xfrm>
          <a:prstGeom prst="rect">
            <a:avLst/>
          </a:prstGeom>
          <a:noFill/>
          <a:ln>
            <a:noFill/>
          </a:ln>
        </p:spPr>
      </p:pic>
      <p:pic>
        <p:nvPicPr>
          <p:cNvPr id="107" name="Google Shape;107;p18"/>
          <p:cNvPicPr preferRelativeResize="0"/>
          <p:nvPr/>
        </p:nvPicPr>
        <p:blipFill>
          <a:blip r:embed="rId5">
            <a:alphaModFix/>
          </a:blip>
          <a:stretch>
            <a:fillRect/>
          </a:stretch>
        </p:blipFill>
        <p:spPr>
          <a:xfrm>
            <a:off x="6943944" y="2648510"/>
            <a:ext cx="1983025" cy="1651709"/>
          </a:xfrm>
          <a:prstGeom prst="rect">
            <a:avLst/>
          </a:prstGeom>
          <a:noFill/>
          <a:ln>
            <a:noFill/>
          </a:ln>
        </p:spPr>
      </p:pic>
    </p:spTree>
  </p:cSld>
  <p:clrMapOvr>
    <a:masterClrMapping/>
  </p:clrMapOvr>
</p:sld>
</file>

<file path=ppt/slides/slide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11" name="Shape 111"/>
        <p:cNvGrpSpPr/>
        <p:nvPr/>
      </p:nvGrpSpPr>
      <p:grpSpPr>
        <a:xfrm>
          <a:off x="0" y="0"/>
          <a:ext cx="0" cy="0"/>
          <a:chOff x="0" y="0"/>
          <a:chExt cx="0" cy="0"/>
        </a:xfrm>
      </p:grpSpPr>
      <p:sp>
        <p:nvSpPr>
          <p:cNvPr id="112" name="Google Shape;112;p19"/>
          <p:cNvSpPr txBox="1"/>
          <p:nvPr>
            <p:ph type="title"/>
          </p:nvPr>
        </p:nvSpPr>
        <p:spPr>
          <a:xfrm>
            <a:off x="256650" y="193350"/>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b="1" lang="en"/>
              <a:t>Correlation Analysis</a:t>
            </a:r>
            <a:endParaRPr/>
          </a:p>
        </p:txBody>
      </p:sp>
      <p:sp>
        <p:nvSpPr>
          <p:cNvPr id="113" name="Google Shape;113;p19"/>
          <p:cNvSpPr txBox="1"/>
          <p:nvPr>
            <p:ph idx="1" type="body"/>
          </p:nvPr>
        </p:nvSpPr>
        <p:spPr>
          <a:xfrm>
            <a:off x="1200425" y="1322300"/>
            <a:ext cx="8520600" cy="3416400"/>
          </a:xfrm>
          <a:prstGeom prst="rect">
            <a:avLst/>
          </a:prstGeom>
        </p:spPr>
        <p:txBody>
          <a:bodyPr anchorCtr="0" anchor="t" bIns="91425" lIns="91425" spcFirstLastPara="1" rIns="91425" wrap="square" tIns="91425">
            <a:normAutofit/>
          </a:bodyPr>
          <a:lstStyle/>
          <a:p>
            <a:pPr indent="0" lvl="0" marL="0" rtl="0" algn="l">
              <a:lnSpc>
                <a:spcPct val="90000"/>
              </a:lnSpc>
              <a:spcBef>
                <a:spcPts val="1000"/>
              </a:spcBef>
              <a:spcAft>
                <a:spcPts val="0"/>
              </a:spcAft>
              <a:buNone/>
            </a:pPr>
            <a:r>
              <a:t/>
            </a:r>
            <a:endParaRPr sz="1900">
              <a:solidFill>
                <a:schemeClr val="dk1"/>
              </a:solidFill>
            </a:endParaRPr>
          </a:p>
          <a:p>
            <a:pPr indent="0" lvl="0" marL="0" rtl="0" algn="l">
              <a:lnSpc>
                <a:spcPct val="90000"/>
              </a:lnSpc>
              <a:spcBef>
                <a:spcPts val="1000"/>
              </a:spcBef>
              <a:spcAft>
                <a:spcPts val="0"/>
              </a:spcAft>
              <a:buNone/>
            </a:pPr>
            <a:r>
              <a:t/>
            </a:r>
            <a:endParaRPr sz="1900">
              <a:solidFill>
                <a:schemeClr val="dk1"/>
              </a:solidFill>
            </a:endParaRPr>
          </a:p>
          <a:p>
            <a:pPr indent="0" lvl="0" marL="0" rtl="0" algn="l">
              <a:lnSpc>
                <a:spcPct val="90000"/>
              </a:lnSpc>
              <a:spcBef>
                <a:spcPts val="1000"/>
              </a:spcBef>
              <a:spcAft>
                <a:spcPts val="0"/>
              </a:spcAft>
              <a:buNone/>
            </a:pPr>
            <a:r>
              <a:t/>
            </a:r>
            <a:endParaRPr sz="1900">
              <a:solidFill>
                <a:schemeClr val="dk1"/>
              </a:solidFill>
            </a:endParaRPr>
          </a:p>
          <a:p>
            <a:pPr indent="0" lvl="0" marL="0" rtl="0" algn="l">
              <a:lnSpc>
                <a:spcPct val="90000"/>
              </a:lnSpc>
              <a:spcBef>
                <a:spcPts val="1000"/>
              </a:spcBef>
              <a:spcAft>
                <a:spcPts val="0"/>
              </a:spcAft>
              <a:buNone/>
            </a:pPr>
            <a:r>
              <a:t/>
            </a:r>
            <a:endParaRPr sz="1900">
              <a:solidFill>
                <a:schemeClr val="dk1"/>
              </a:solidFill>
            </a:endParaRPr>
          </a:p>
          <a:p>
            <a:pPr indent="0" lvl="0" marL="0" rtl="0" algn="l">
              <a:lnSpc>
                <a:spcPct val="90000"/>
              </a:lnSpc>
              <a:spcBef>
                <a:spcPts val="1000"/>
              </a:spcBef>
              <a:spcAft>
                <a:spcPts val="0"/>
              </a:spcAft>
              <a:buNone/>
            </a:pPr>
            <a:r>
              <a:t/>
            </a:r>
            <a:endParaRPr sz="1900">
              <a:solidFill>
                <a:schemeClr val="dk1"/>
              </a:solidFill>
            </a:endParaRPr>
          </a:p>
          <a:p>
            <a:pPr indent="0" lvl="0" marL="0" rtl="0" algn="l">
              <a:lnSpc>
                <a:spcPct val="90000"/>
              </a:lnSpc>
              <a:spcBef>
                <a:spcPts val="1000"/>
              </a:spcBef>
              <a:spcAft>
                <a:spcPts val="0"/>
              </a:spcAft>
              <a:buNone/>
            </a:pPr>
            <a:r>
              <a:t/>
            </a:r>
            <a:endParaRPr sz="1900">
              <a:solidFill>
                <a:schemeClr val="dk1"/>
              </a:solidFill>
            </a:endParaRPr>
          </a:p>
          <a:p>
            <a:pPr indent="0" lvl="0" marL="0" rtl="0" algn="l">
              <a:lnSpc>
                <a:spcPct val="90000"/>
              </a:lnSpc>
              <a:spcBef>
                <a:spcPts val="1000"/>
              </a:spcBef>
              <a:spcAft>
                <a:spcPts val="0"/>
              </a:spcAft>
              <a:buNone/>
            </a:pPr>
            <a:r>
              <a:t/>
            </a:r>
            <a:endParaRPr sz="1300">
              <a:solidFill>
                <a:schemeClr val="dk1"/>
              </a:solidFill>
            </a:endParaRPr>
          </a:p>
          <a:p>
            <a:pPr indent="0" lvl="0" marL="0" rtl="0" algn="l">
              <a:lnSpc>
                <a:spcPct val="90000"/>
              </a:lnSpc>
              <a:spcBef>
                <a:spcPts val="1000"/>
              </a:spcBef>
              <a:spcAft>
                <a:spcPts val="0"/>
              </a:spcAft>
              <a:buNone/>
            </a:pPr>
            <a:r>
              <a:t/>
            </a:r>
            <a:endParaRPr/>
          </a:p>
        </p:txBody>
      </p:sp>
      <p:sp>
        <p:nvSpPr>
          <p:cNvPr id="114" name="Google Shape;114;p19"/>
          <p:cNvSpPr/>
          <p:nvPr/>
        </p:nvSpPr>
        <p:spPr>
          <a:xfrm>
            <a:off x="7208350" y="-35100"/>
            <a:ext cx="1733700" cy="572700"/>
          </a:xfrm>
          <a:prstGeom prst="roundRect">
            <a:avLst>
              <a:gd fmla="val 16667" name="adj"/>
            </a:avLst>
          </a:prstGeom>
          <a:solidFill>
            <a:srgbClr val="C9DAF8"/>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rPr lang="en">
                <a:solidFill>
                  <a:schemeClr val="dk1"/>
                </a:solidFill>
              </a:rPr>
              <a:t>Bivariate Analysis</a:t>
            </a:r>
            <a:endParaRPr/>
          </a:p>
        </p:txBody>
      </p:sp>
      <p:pic>
        <p:nvPicPr>
          <p:cNvPr id="115" name="Google Shape;115;p19"/>
          <p:cNvPicPr preferRelativeResize="0"/>
          <p:nvPr/>
        </p:nvPicPr>
        <p:blipFill>
          <a:blip r:embed="rId3">
            <a:alphaModFix/>
          </a:blip>
          <a:stretch>
            <a:fillRect/>
          </a:stretch>
        </p:blipFill>
        <p:spPr>
          <a:xfrm>
            <a:off x="311700" y="851975"/>
            <a:ext cx="4650900" cy="3544800"/>
          </a:xfrm>
          <a:prstGeom prst="rect">
            <a:avLst/>
          </a:prstGeom>
          <a:noFill/>
          <a:ln>
            <a:noFill/>
          </a:ln>
        </p:spPr>
      </p:pic>
      <p:sp>
        <p:nvSpPr>
          <p:cNvPr id="116" name="Google Shape;116;p19"/>
          <p:cNvSpPr/>
          <p:nvPr/>
        </p:nvSpPr>
        <p:spPr>
          <a:xfrm>
            <a:off x="1775575" y="2287450"/>
            <a:ext cx="328800" cy="284400"/>
          </a:xfrm>
          <a:prstGeom prst="ellipse">
            <a:avLst/>
          </a:prstGeom>
          <a:noFill/>
          <a:ln cap="flat" cmpd="sng" w="9525">
            <a:solidFill>
              <a:srgbClr val="FFFF00"/>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sz="1500"/>
          </a:p>
        </p:txBody>
      </p:sp>
      <p:sp>
        <p:nvSpPr>
          <p:cNvPr id="117" name="Google Shape;117;p19"/>
          <p:cNvSpPr/>
          <p:nvPr/>
        </p:nvSpPr>
        <p:spPr>
          <a:xfrm>
            <a:off x="49200" y="4572775"/>
            <a:ext cx="9045600" cy="520500"/>
          </a:xfrm>
          <a:prstGeom prst="roundRect">
            <a:avLst>
              <a:gd fmla="val 16667" name="adj"/>
            </a:avLst>
          </a:prstGeom>
          <a:solidFill>
            <a:schemeClr val="lt2"/>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lnSpc>
                <a:spcPct val="129545"/>
              </a:lnSpc>
              <a:spcBef>
                <a:spcPts val="0"/>
              </a:spcBef>
              <a:spcAft>
                <a:spcPts val="0"/>
              </a:spcAft>
              <a:buNone/>
            </a:pPr>
            <a:r>
              <a:t/>
            </a:r>
            <a:endParaRPr>
              <a:solidFill>
                <a:schemeClr val="dk1"/>
              </a:solidFill>
            </a:endParaRPr>
          </a:p>
          <a:p>
            <a:pPr indent="0" lvl="0" marL="0" rtl="0" algn="l">
              <a:lnSpc>
                <a:spcPct val="115000"/>
              </a:lnSpc>
              <a:spcBef>
                <a:spcPts val="1200"/>
              </a:spcBef>
              <a:spcAft>
                <a:spcPts val="0"/>
              </a:spcAft>
              <a:buNone/>
            </a:pPr>
            <a:r>
              <a:rPr lang="en">
                <a:solidFill>
                  <a:schemeClr val="dk1"/>
                </a:solidFill>
              </a:rPr>
              <a:t>Clear </a:t>
            </a:r>
            <a:r>
              <a:rPr lang="en">
                <a:solidFill>
                  <a:schemeClr val="dk1"/>
                </a:solidFill>
              </a:rPr>
              <a:t>collinearity</a:t>
            </a:r>
            <a:r>
              <a:rPr lang="en">
                <a:solidFill>
                  <a:schemeClr val="dk1"/>
                </a:solidFill>
              </a:rPr>
              <a:t> between sqft_above and sqft_living. </a:t>
            </a:r>
            <a:endParaRPr>
              <a:solidFill>
                <a:schemeClr val="dk1"/>
              </a:solidFill>
            </a:endParaRPr>
          </a:p>
          <a:p>
            <a:pPr indent="0" lvl="0" marL="0" rtl="0" algn="l">
              <a:lnSpc>
                <a:spcPct val="129545"/>
              </a:lnSpc>
              <a:spcBef>
                <a:spcPts val="1200"/>
              </a:spcBef>
              <a:spcAft>
                <a:spcPts val="0"/>
              </a:spcAft>
              <a:buNone/>
            </a:pPr>
            <a:r>
              <a:t/>
            </a:r>
            <a:endParaRPr/>
          </a:p>
        </p:txBody>
      </p:sp>
      <p:pic>
        <p:nvPicPr>
          <p:cNvPr id="118" name="Google Shape;118;p19"/>
          <p:cNvPicPr preferRelativeResize="0"/>
          <p:nvPr/>
        </p:nvPicPr>
        <p:blipFill rotWithShape="1">
          <a:blip r:embed="rId4">
            <a:alphaModFix/>
          </a:blip>
          <a:srcRect b="0" l="0" r="0" t="0"/>
          <a:stretch/>
        </p:blipFill>
        <p:spPr>
          <a:xfrm>
            <a:off x="5005897" y="592837"/>
            <a:ext cx="2922204" cy="3666638"/>
          </a:xfrm>
          <a:prstGeom prst="rect">
            <a:avLst/>
          </a:prstGeom>
          <a:noFill/>
          <a:ln>
            <a:noFill/>
          </a:ln>
        </p:spPr>
      </p:pic>
    </p:spTree>
  </p:cSld>
  <p:clrMapOvr>
    <a:masterClrMapping/>
  </p:clrMapOvr>
</p:sld>
</file>

<file path=ppt/slides/slide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22" name="Shape 122"/>
        <p:cNvGrpSpPr/>
        <p:nvPr/>
      </p:nvGrpSpPr>
      <p:grpSpPr>
        <a:xfrm>
          <a:off x="0" y="0"/>
          <a:ext cx="0" cy="0"/>
          <a:chOff x="0" y="0"/>
          <a:chExt cx="0" cy="0"/>
        </a:xfrm>
      </p:grpSpPr>
      <p:sp>
        <p:nvSpPr>
          <p:cNvPr id="123" name="Google Shape;123;p20"/>
          <p:cNvSpPr txBox="1"/>
          <p:nvPr>
            <p:ph type="title"/>
          </p:nvPr>
        </p:nvSpPr>
        <p:spPr>
          <a:xfrm>
            <a:off x="311700" y="445025"/>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b="1" lang="en"/>
              <a:t>Feature Engineering</a:t>
            </a:r>
            <a:endParaRPr b="1"/>
          </a:p>
        </p:txBody>
      </p:sp>
      <p:sp>
        <p:nvSpPr>
          <p:cNvPr id="124" name="Google Shape;124;p20"/>
          <p:cNvSpPr txBox="1"/>
          <p:nvPr/>
        </p:nvSpPr>
        <p:spPr>
          <a:xfrm>
            <a:off x="715700" y="1352700"/>
            <a:ext cx="7927500" cy="3001500"/>
          </a:xfrm>
          <a:prstGeom prst="rect">
            <a:avLst/>
          </a:prstGeom>
          <a:noFill/>
          <a:ln>
            <a:noFill/>
          </a:ln>
        </p:spPr>
        <p:txBody>
          <a:bodyPr anchorCtr="0" anchor="t" bIns="91425" lIns="91425" spcFirstLastPara="1" rIns="91425" wrap="square" tIns="91425">
            <a:spAutoFit/>
          </a:bodyPr>
          <a:lstStyle/>
          <a:p>
            <a:pPr indent="0" lvl="0" marL="0" rtl="0" algn="l">
              <a:lnSpc>
                <a:spcPct val="115000"/>
              </a:lnSpc>
              <a:spcBef>
                <a:spcPts val="0"/>
              </a:spcBef>
              <a:spcAft>
                <a:spcPts val="0"/>
              </a:spcAft>
              <a:buNone/>
            </a:pPr>
            <a:r>
              <a:rPr b="1" lang="en" sz="1500">
                <a:solidFill>
                  <a:schemeClr val="dk1"/>
                </a:solidFill>
              </a:rPr>
              <a:t>Dropped </a:t>
            </a:r>
            <a:r>
              <a:rPr b="1" lang="en" sz="1500">
                <a:solidFill>
                  <a:schemeClr val="dk1"/>
                </a:solidFill>
              </a:rPr>
              <a:t>Columns</a:t>
            </a:r>
            <a:r>
              <a:rPr lang="en" sz="1500">
                <a:solidFill>
                  <a:schemeClr val="dk1"/>
                </a:solidFill>
              </a:rPr>
              <a:t>:</a:t>
            </a:r>
            <a:endParaRPr sz="1500">
              <a:solidFill>
                <a:schemeClr val="dk1"/>
              </a:solidFill>
            </a:endParaRPr>
          </a:p>
          <a:p>
            <a:pPr indent="-323850" lvl="0" marL="457200" rtl="0" algn="l">
              <a:lnSpc>
                <a:spcPct val="115000"/>
              </a:lnSpc>
              <a:spcBef>
                <a:spcPts val="0"/>
              </a:spcBef>
              <a:spcAft>
                <a:spcPts val="0"/>
              </a:spcAft>
              <a:buClr>
                <a:schemeClr val="dk1"/>
              </a:buClr>
              <a:buSzPts val="1500"/>
              <a:buChar char="●"/>
            </a:pPr>
            <a:r>
              <a:rPr lang="en" sz="1500">
                <a:solidFill>
                  <a:schemeClr val="dk1"/>
                </a:solidFill>
              </a:rPr>
              <a:t>ID and Date: Removed because they do not help predict price.</a:t>
            </a:r>
            <a:endParaRPr sz="1500">
              <a:solidFill>
                <a:schemeClr val="dk1"/>
              </a:solidFill>
            </a:endParaRPr>
          </a:p>
          <a:p>
            <a:pPr indent="-323850" lvl="0" marL="457200" rtl="0" algn="l">
              <a:lnSpc>
                <a:spcPct val="115000"/>
              </a:lnSpc>
              <a:spcBef>
                <a:spcPts val="0"/>
              </a:spcBef>
              <a:spcAft>
                <a:spcPts val="0"/>
              </a:spcAft>
              <a:buClr>
                <a:schemeClr val="dk1"/>
              </a:buClr>
              <a:buSzPts val="1500"/>
              <a:buChar char="●"/>
            </a:pPr>
            <a:r>
              <a:rPr lang="en" sz="1500">
                <a:solidFill>
                  <a:schemeClr val="dk1"/>
                </a:solidFill>
              </a:rPr>
              <a:t>y</a:t>
            </a:r>
            <a:r>
              <a:rPr lang="en" sz="1500">
                <a:solidFill>
                  <a:schemeClr val="dk1"/>
                </a:solidFill>
              </a:rPr>
              <a:t>r_built and yr_renovated: Dropped after extracting more meaningful features.</a:t>
            </a:r>
            <a:endParaRPr sz="1500">
              <a:solidFill>
                <a:schemeClr val="dk1"/>
              </a:solidFill>
            </a:endParaRPr>
          </a:p>
          <a:p>
            <a:pPr indent="0" lvl="0" marL="0" rtl="0" algn="l">
              <a:lnSpc>
                <a:spcPct val="115000"/>
              </a:lnSpc>
              <a:spcBef>
                <a:spcPts val="900"/>
              </a:spcBef>
              <a:spcAft>
                <a:spcPts val="0"/>
              </a:spcAft>
              <a:buNone/>
            </a:pPr>
            <a:r>
              <a:rPr b="1" lang="en" sz="1500">
                <a:solidFill>
                  <a:schemeClr val="dk1"/>
                </a:solidFill>
              </a:rPr>
              <a:t>Created New Features:</a:t>
            </a:r>
            <a:endParaRPr b="1" sz="1500">
              <a:solidFill>
                <a:schemeClr val="dk1"/>
              </a:solidFill>
            </a:endParaRPr>
          </a:p>
          <a:p>
            <a:pPr indent="-323850" lvl="0" marL="457200" rtl="0" algn="l">
              <a:lnSpc>
                <a:spcPct val="115000"/>
              </a:lnSpc>
              <a:spcBef>
                <a:spcPts val="900"/>
              </a:spcBef>
              <a:spcAft>
                <a:spcPts val="0"/>
              </a:spcAft>
              <a:buClr>
                <a:schemeClr val="dk1"/>
              </a:buClr>
              <a:buSzPts val="1500"/>
              <a:buChar char="●"/>
            </a:pPr>
            <a:r>
              <a:rPr lang="en" sz="1500">
                <a:solidFill>
                  <a:schemeClr val="dk1"/>
                </a:solidFill>
              </a:rPr>
              <a:t>Age: Computed from the year the house was built. Shows how old each house is.</a:t>
            </a:r>
            <a:endParaRPr sz="1500">
              <a:solidFill>
                <a:schemeClr val="dk1"/>
              </a:solidFill>
            </a:endParaRPr>
          </a:p>
          <a:p>
            <a:pPr indent="-323850" lvl="0" marL="457200" rtl="0" algn="l">
              <a:lnSpc>
                <a:spcPct val="115000"/>
              </a:lnSpc>
              <a:spcBef>
                <a:spcPts val="0"/>
              </a:spcBef>
              <a:spcAft>
                <a:spcPts val="0"/>
              </a:spcAft>
              <a:buClr>
                <a:schemeClr val="dk1"/>
              </a:buClr>
              <a:buSzPts val="1500"/>
              <a:buChar char="●"/>
            </a:pPr>
            <a:r>
              <a:rPr lang="en" sz="1500">
                <a:solidFill>
                  <a:schemeClr val="dk1"/>
                </a:solidFill>
              </a:rPr>
              <a:t>Renovated: Binary feature (1 if renovated, 0 otherwise), based on renovation year.</a:t>
            </a:r>
            <a:endParaRPr sz="1500">
              <a:solidFill>
                <a:schemeClr val="dk1"/>
              </a:solidFill>
            </a:endParaRPr>
          </a:p>
          <a:p>
            <a:pPr indent="0" lvl="0" marL="0" rtl="0" algn="l">
              <a:lnSpc>
                <a:spcPct val="115000"/>
              </a:lnSpc>
              <a:spcBef>
                <a:spcPts val="900"/>
              </a:spcBef>
              <a:spcAft>
                <a:spcPts val="0"/>
              </a:spcAft>
              <a:buNone/>
            </a:pPr>
            <a:r>
              <a:rPr b="1" lang="en" sz="1500">
                <a:solidFill>
                  <a:schemeClr val="dk1"/>
                </a:solidFill>
              </a:rPr>
              <a:t>Purpose:</a:t>
            </a:r>
            <a:endParaRPr b="1" sz="1500">
              <a:solidFill>
                <a:schemeClr val="dk1"/>
              </a:solidFill>
            </a:endParaRPr>
          </a:p>
          <a:p>
            <a:pPr indent="-323850" lvl="0" marL="457200" rtl="0" algn="l">
              <a:lnSpc>
                <a:spcPct val="115000"/>
              </a:lnSpc>
              <a:spcBef>
                <a:spcPts val="900"/>
              </a:spcBef>
              <a:spcAft>
                <a:spcPts val="0"/>
              </a:spcAft>
              <a:buClr>
                <a:schemeClr val="dk1"/>
              </a:buClr>
              <a:buSzPts val="1500"/>
              <a:buChar char="●"/>
            </a:pPr>
            <a:r>
              <a:rPr lang="en" sz="1500">
                <a:solidFill>
                  <a:schemeClr val="dk1"/>
                </a:solidFill>
              </a:rPr>
              <a:t>Streamlined dataset by removing redundant and non-informative columns.</a:t>
            </a:r>
            <a:endParaRPr sz="1500">
              <a:solidFill>
                <a:schemeClr val="dk1"/>
              </a:solidFill>
            </a:endParaRPr>
          </a:p>
          <a:p>
            <a:pPr indent="-323850" lvl="0" marL="457200" rtl="0" algn="l">
              <a:lnSpc>
                <a:spcPct val="115000"/>
              </a:lnSpc>
              <a:spcBef>
                <a:spcPts val="0"/>
              </a:spcBef>
              <a:spcAft>
                <a:spcPts val="0"/>
              </a:spcAft>
              <a:buClr>
                <a:schemeClr val="dk1"/>
              </a:buClr>
              <a:buSzPts val="1500"/>
              <a:buChar char="●"/>
            </a:pPr>
            <a:r>
              <a:rPr lang="en" sz="1500">
                <a:solidFill>
                  <a:schemeClr val="dk1"/>
                </a:solidFill>
              </a:rPr>
              <a:t>Enhanced model interpretability and predictive power using clearer, relevant features.</a:t>
            </a:r>
            <a:endParaRPr sz="1500">
              <a:solidFill>
                <a:schemeClr val="dk1"/>
              </a:solidFill>
            </a:endParaRPr>
          </a:p>
        </p:txBody>
      </p:sp>
    </p:spTree>
  </p:cSld>
  <p:clrMapOvr>
    <a:masterClrMapping/>
  </p:clrMapOvr>
</p:sld>
</file>

<file path=ppt/slides/slide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28" name="Shape 128"/>
        <p:cNvGrpSpPr/>
        <p:nvPr/>
      </p:nvGrpSpPr>
      <p:grpSpPr>
        <a:xfrm>
          <a:off x="0" y="0"/>
          <a:ext cx="0" cy="0"/>
          <a:chOff x="0" y="0"/>
          <a:chExt cx="0" cy="0"/>
        </a:xfrm>
      </p:grpSpPr>
      <p:sp>
        <p:nvSpPr>
          <p:cNvPr id="129" name="Google Shape;129;p21"/>
          <p:cNvSpPr txBox="1"/>
          <p:nvPr>
            <p:ph type="title"/>
          </p:nvPr>
        </p:nvSpPr>
        <p:spPr>
          <a:xfrm>
            <a:off x="311700" y="275275"/>
            <a:ext cx="6703500" cy="5064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b="1" lang="en"/>
              <a:t>Categories considered for Model Training</a:t>
            </a:r>
            <a:endParaRPr/>
          </a:p>
        </p:txBody>
      </p:sp>
      <p:sp>
        <p:nvSpPr>
          <p:cNvPr id="130" name="Google Shape;130;p21"/>
          <p:cNvSpPr txBox="1"/>
          <p:nvPr>
            <p:ph idx="1" type="body"/>
          </p:nvPr>
        </p:nvSpPr>
        <p:spPr>
          <a:xfrm>
            <a:off x="311700" y="1152475"/>
            <a:ext cx="8520600" cy="3416400"/>
          </a:xfrm>
          <a:prstGeom prst="rect">
            <a:avLst/>
          </a:prstGeom>
        </p:spPr>
        <p:txBody>
          <a:bodyPr anchorCtr="0" anchor="t" bIns="91425" lIns="91425" spcFirstLastPara="1" rIns="91425" wrap="square" tIns="91425">
            <a:normAutofit/>
          </a:bodyPr>
          <a:lstStyle/>
          <a:p>
            <a:pPr indent="0" lvl="0" marL="0" rtl="0" algn="l">
              <a:lnSpc>
                <a:spcPct val="90000"/>
              </a:lnSpc>
              <a:spcBef>
                <a:spcPts val="1000"/>
              </a:spcBef>
              <a:spcAft>
                <a:spcPts val="0"/>
              </a:spcAft>
              <a:buNone/>
            </a:pPr>
            <a:r>
              <a:t/>
            </a:r>
            <a:endParaRPr sz="1900">
              <a:solidFill>
                <a:schemeClr val="dk1"/>
              </a:solidFill>
            </a:endParaRPr>
          </a:p>
          <a:p>
            <a:pPr indent="0" lvl="0" marL="0" rtl="0" algn="l">
              <a:lnSpc>
                <a:spcPct val="90000"/>
              </a:lnSpc>
              <a:spcBef>
                <a:spcPts val="1000"/>
              </a:spcBef>
              <a:spcAft>
                <a:spcPts val="0"/>
              </a:spcAft>
              <a:buNone/>
            </a:pPr>
            <a:r>
              <a:t/>
            </a:r>
            <a:endParaRPr sz="1900">
              <a:solidFill>
                <a:schemeClr val="dk1"/>
              </a:solidFill>
            </a:endParaRPr>
          </a:p>
          <a:p>
            <a:pPr indent="0" lvl="0" marL="0" rtl="0" algn="l">
              <a:lnSpc>
                <a:spcPct val="90000"/>
              </a:lnSpc>
              <a:spcBef>
                <a:spcPts val="1000"/>
              </a:spcBef>
              <a:spcAft>
                <a:spcPts val="0"/>
              </a:spcAft>
              <a:buNone/>
            </a:pPr>
            <a:r>
              <a:t/>
            </a:r>
            <a:endParaRPr sz="1900">
              <a:solidFill>
                <a:schemeClr val="dk1"/>
              </a:solidFill>
            </a:endParaRPr>
          </a:p>
          <a:p>
            <a:pPr indent="0" lvl="0" marL="0" rtl="0" algn="l">
              <a:lnSpc>
                <a:spcPct val="90000"/>
              </a:lnSpc>
              <a:spcBef>
                <a:spcPts val="1000"/>
              </a:spcBef>
              <a:spcAft>
                <a:spcPts val="0"/>
              </a:spcAft>
              <a:buNone/>
            </a:pPr>
            <a:r>
              <a:t/>
            </a:r>
            <a:endParaRPr sz="1900">
              <a:solidFill>
                <a:schemeClr val="dk1"/>
              </a:solidFill>
            </a:endParaRPr>
          </a:p>
          <a:p>
            <a:pPr indent="0" lvl="0" marL="0" rtl="0" algn="l">
              <a:lnSpc>
                <a:spcPct val="90000"/>
              </a:lnSpc>
              <a:spcBef>
                <a:spcPts val="1000"/>
              </a:spcBef>
              <a:spcAft>
                <a:spcPts val="0"/>
              </a:spcAft>
              <a:buNone/>
            </a:pPr>
            <a:r>
              <a:t/>
            </a:r>
            <a:endParaRPr sz="1900">
              <a:solidFill>
                <a:schemeClr val="dk1"/>
              </a:solidFill>
            </a:endParaRPr>
          </a:p>
          <a:p>
            <a:pPr indent="0" lvl="0" marL="0" rtl="0" algn="l">
              <a:lnSpc>
                <a:spcPct val="90000"/>
              </a:lnSpc>
              <a:spcBef>
                <a:spcPts val="1000"/>
              </a:spcBef>
              <a:spcAft>
                <a:spcPts val="0"/>
              </a:spcAft>
              <a:buNone/>
            </a:pPr>
            <a:r>
              <a:t/>
            </a:r>
            <a:endParaRPr sz="1900">
              <a:solidFill>
                <a:schemeClr val="dk1"/>
              </a:solidFill>
            </a:endParaRPr>
          </a:p>
          <a:p>
            <a:pPr indent="0" lvl="0" marL="0" rtl="0" algn="l">
              <a:lnSpc>
                <a:spcPct val="90000"/>
              </a:lnSpc>
              <a:spcBef>
                <a:spcPts val="1000"/>
              </a:spcBef>
              <a:spcAft>
                <a:spcPts val="0"/>
              </a:spcAft>
              <a:buNone/>
            </a:pPr>
            <a:r>
              <a:t/>
            </a:r>
            <a:endParaRPr sz="1300">
              <a:solidFill>
                <a:schemeClr val="dk1"/>
              </a:solidFill>
            </a:endParaRPr>
          </a:p>
          <a:p>
            <a:pPr indent="0" lvl="0" marL="0" rtl="0" algn="l">
              <a:lnSpc>
                <a:spcPct val="90000"/>
              </a:lnSpc>
              <a:spcBef>
                <a:spcPts val="1000"/>
              </a:spcBef>
              <a:spcAft>
                <a:spcPts val="0"/>
              </a:spcAft>
              <a:buNone/>
            </a:pPr>
            <a:r>
              <a:t/>
            </a:r>
            <a:endParaRPr/>
          </a:p>
        </p:txBody>
      </p:sp>
      <p:sp>
        <p:nvSpPr>
          <p:cNvPr id="131" name="Google Shape;131;p21"/>
          <p:cNvSpPr/>
          <p:nvPr/>
        </p:nvSpPr>
        <p:spPr>
          <a:xfrm>
            <a:off x="7317600" y="445025"/>
            <a:ext cx="1826400" cy="506400"/>
          </a:xfrm>
          <a:prstGeom prst="roundRect">
            <a:avLst>
              <a:gd fmla="val 16667" name="adj"/>
            </a:avLst>
          </a:prstGeom>
          <a:solidFill>
            <a:srgbClr val="C9DAF8"/>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rPr lang="en">
                <a:solidFill>
                  <a:schemeClr val="dk1"/>
                </a:solidFill>
              </a:rPr>
              <a:t>Univariate Analysis</a:t>
            </a:r>
            <a:endParaRPr>
              <a:solidFill>
                <a:schemeClr val="dk1"/>
              </a:solidFill>
            </a:endParaRPr>
          </a:p>
          <a:p>
            <a:pPr indent="0" lvl="0" marL="0" rtl="0" algn="l">
              <a:spcBef>
                <a:spcPts val="0"/>
              </a:spcBef>
              <a:spcAft>
                <a:spcPts val="0"/>
              </a:spcAft>
              <a:buNone/>
            </a:pPr>
            <a:r>
              <a:rPr lang="en">
                <a:solidFill>
                  <a:schemeClr val="dk1"/>
                </a:solidFill>
              </a:rPr>
              <a:t>Histograms Plots</a:t>
            </a:r>
            <a:endParaRPr>
              <a:solidFill>
                <a:schemeClr val="dk1"/>
              </a:solidFill>
            </a:endParaRPr>
          </a:p>
        </p:txBody>
      </p:sp>
      <p:pic>
        <p:nvPicPr>
          <p:cNvPr id="132" name="Google Shape;132;p21"/>
          <p:cNvPicPr preferRelativeResize="0"/>
          <p:nvPr/>
        </p:nvPicPr>
        <p:blipFill rotWithShape="1">
          <a:blip r:embed="rId3">
            <a:alphaModFix/>
          </a:blip>
          <a:srcRect b="-3130" l="3550" r="-3549" t="3130"/>
          <a:stretch/>
        </p:blipFill>
        <p:spPr>
          <a:xfrm>
            <a:off x="3304900" y="947189"/>
            <a:ext cx="2214250" cy="1759836"/>
          </a:xfrm>
          <a:prstGeom prst="rect">
            <a:avLst/>
          </a:prstGeom>
          <a:noFill/>
          <a:ln>
            <a:noFill/>
          </a:ln>
        </p:spPr>
      </p:pic>
      <p:pic>
        <p:nvPicPr>
          <p:cNvPr id="133" name="Google Shape;133;p21"/>
          <p:cNvPicPr preferRelativeResize="0"/>
          <p:nvPr/>
        </p:nvPicPr>
        <p:blipFill>
          <a:blip r:embed="rId4">
            <a:alphaModFix/>
          </a:blip>
          <a:stretch>
            <a:fillRect/>
          </a:stretch>
        </p:blipFill>
        <p:spPr>
          <a:xfrm>
            <a:off x="533825" y="928150"/>
            <a:ext cx="2490425" cy="1759825"/>
          </a:xfrm>
          <a:prstGeom prst="rect">
            <a:avLst/>
          </a:prstGeom>
          <a:noFill/>
          <a:ln>
            <a:noFill/>
          </a:ln>
        </p:spPr>
      </p:pic>
      <p:pic>
        <p:nvPicPr>
          <p:cNvPr id="134" name="Google Shape;134;p21"/>
          <p:cNvPicPr preferRelativeResize="0"/>
          <p:nvPr/>
        </p:nvPicPr>
        <p:blipFill>
          <a:blip r:embed="rId5">
            <a:alphaModFix/>
          </a:blip>
          <a:stretch>
            <a:fillRect/>
          </a:stretch>
        </p:blipFill>
        <p:spPr>
          <a:xfrm>
            <a:off x="5741075" y="1030275"/>
            <a:ext cx="2093500" cy="1657700"/>
          </a:xfrm>
          <a:prstGeom prst="rect">
            <a:avLst/>
          </a:prstGeom>
          <a:noFill/>
          <a:ln>
            <a:noFill/>
          </a:ln>
        </p:spPr>
      </p:pic>
      <p:pic>
        <p:nvPicPr>
          <p:cNvPr id="135" name="Google Shape;135;p21"/>
          <p:cNvPicPr preferRelativeResize="0"/>
          <p:nvPr/>
        </p:nvPicPr>
        <p:blipFill>
          <a:blip r:embed="rId6">
            <a:alphaModFix/>
          </a:blip>
          <a:stretch>
            <a:fillRect/>
          </a:stretch>
        </p:blipFill>
        <p:spPr>
          <a:xfrm>
            <a:off x="1194375" y="2902082"/>
            <a:ext cx="1888600" cy="1623418"/>
          </a:xfrm>
          <a:prstGeom prst="rect">
            <a:avLst/>
          </a:prstGeom>
          <a:noFill/>
          <a:ln>
            <a:noFill/>
          </a:ln>
        </p:spPr>
      </p:pic>
      <p:pic>
        <p:nvPicPr>
          <p:cNvPr id="136" name="Google Shape;136;p21"/>
          <p:cNvPicPr preferRelativeResize="0"/>
          <p:nvPr/>
        </p:nvPicPr>
        <p:blipFill>
          <a:blip r:embed="rId7">
            <a:alphaModFix/>
          </a:blip>
          <a:stretch>
            <a:fillRect/>
          </a:stretch>
        </p:blipFill>
        <p:spPr>
          <a:xfrm>
            <a:off x="3500501" y="2936575"/>
            <a:ext cx="2818759" cy="1543163"/>
          </a:xfrm>
          <a:prstGeom prst="rect">
            <a:avLst/>
          </a:prstGeom>
          <a:noFill/>
          <a:ln>
            <a:noFill/>
          </a:ln>
        </p:spPr>
      </p:pic>
      <p:sp>
        <p:nvSpPr>
          <p:cNvPr id="137" name="Google Shape;137;p21"/>
          <p:cNvSpPr/>
          <p:nvPr/>
        </p:nvSpPr>
        <p:spPr>
          <a:xfrm>
            <a:off x="0" y="4525500"/>
            <a:ext cx="8976900" cy="605400"/>
          </a:xfrm>
          <a:prstGeom prst="roundRect">
            <a:avLst>
              <a:gd fmla="val 16667" name="adj"/>
            </a:avLst>
          </a:prstGeom>
          <a:solidFill>
            <a:schemeClr val="lt2"/>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lnSpc>
                <a:spcPct val="129545"/>
              </a:lnSpc>
              <a:spcBef>
                <a:spcPts val="0"/>
              </a:spcBef>
              <a:spcAft>
                <a:spcPts val="0"/>
              </a:spcAft>
              <a:buNone/>
            </a:pPr>
            <a:r>
              <a:t/>
            </a:r>
            <a:endParaRPr>
              <a:solidFill>
                <a:schemeClr val="dk1"/>
              </a:solidFill>
            </a:endParaRPr>
          </a:p>
          <a:p>
            <a:pPr indent="0" lvl="0" marL="0" rtl="0" algn="l">
              <a:lnSpc>
                <a:spcPct val="115000"/>
              </a:lnSpc>
              <a:spcBef>
                <a:spcPts val="1200"/>
              </a:spcBef>
              <a:spcAft>
                <a:spcPts val="0"/>
              </a:spcAft>
              <a:buClr>
                <a:srgbClr val="000000"/>
              </a:buClr>
              <a:buSzPts val="1100"/>
              <a:buFont typeface="Arial"/>
              <a:buNone/>
            </a:pPr>
            <a:r>
              <a:rPr lang="en" sz="1200">
                <a:solidFill>
                  <a:schemeClr val="dk1"/>
                </a:solidFill>
                <a:latin typeface="Roboto"/>
                <a:ea typeface="Roboto"/>
                <a:cs typeface="Roboto"/>
                <a:sym typeface="Roboto"/>
              </a:rPr>
              <a:t>Features were classified as categorical based on their distinct, qualitative values, enabling appropriate data preprocessing in the analysis workflow.</a:t>
            </a:r>
            <a:endParaRPr>
              <a:solidFill>
                <a:schemeClr val="dk1"/>
              </a:solidFill>
            </a:endParaRPr>
          </a:p>
          <a:p>
            <a:pPr indent="0" lvl="0" marL="0" rtl="0" algn="l">
              <a:lnSpc>
                <a:spcPct val="129545"/>
              </a:lnSpc>
              <a:spcBef>
                <a:spcPts val="1200"/>
              </a:spcBef>
              <a:spcAft>
                <a:spcPts val="0"/>
              </a:spcAft>
              <a:buNone/>
            </a:pPr>
            <a:r>
              <a:t/>
            </a:r>
            <a:endParaRPr>
              <a:solidFill>
                <a:schemeClr val="dk1"/>
              </a:solidFill>
            </a:endParaRPr>
          </a:p>
          <a:p>
            <a:pPr indent="0" lvl="0" marL="0" rtl="0" algn="l">
              <a:lnSpc>
                <a:spcPct val="129545"/>
              </a:lnSpc>
              <a:spcBef>
                <a:spcPts val="0"/>
              </a:spcBef>
              <a:spcAft>
                <a:spcPts val="0"/>
              </a:spcAft>
              <a:buNone/>
            </a:pPr>
            <a:r>
              <a:t/>
            </a:r>
            <a:endParaRPr/>
          </a:p>
        </p:txBody>
      </p:sp>
    </p:spTree>
  </p:cSld>
  <p:clrMapOvr>
    <a:masterClrMapping/>
  </p:clrMapOvr>
</p:sld>
</file>

<file path=ppt/slides/slide1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41" name="Shape 141"/>
        <p:cNvGrpSpPr/>
        <p:nvPr/>
      </p:nvGrpSpPr>
      <p:grpSpPr>
        <a:xfrm>
          <a:off x="0" y="0"/>
          <a:ext cx="0" cy="0"/>
          <a:chOff x="0" y="0"/>
          <a:chExt cx="0" cy="0"/>
        </a:xfrm>
      </p:grpSpPr>
      <p:sp>
        <p:nvSpPr>
          <p:cNvPr id="142" name="Google Shape;142;p22"/>
          <p:cNvSpPr txBox="1"/>
          <p:nvPr>
            <p:ph type="title"/>
          </p:nvPr>
        </p:nvSpPr>
        <p:spPr>
          <a:xfrm>
            <a:off x="311700" y="445025"/>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b="1" lang="en"/>
              <a:t>Data </a:t>
            </a:r>
            <a:r>
              <a:rPr b="1" lang="en"/>
              <a:t> Cleaning</a:t>
            </a:r>
            <a:endParaRPr/>
          </a:p>
        </p:txBody>
      </p:sp>
      <p:sp>
        <p:nvSpPr>
          <p:cNvPr id="143" name="Google Shape;143;p22"/>
          <p:cNvSpPr txBox="1"/>
          <p:nvPr>
            <p:ph idx="1" type="body"/>
          </p:nvPr>
        </p:nvSpPr>
        <p:spPr>
          <a:xfrm>
            <a:off x="311700" y="1152475"/>
            <a:ext cx="8520600" cy="3416400"/>
          </a:xfrm>
          <a:prstGeom prst="rect">
            <a:avLst/>
          </a:prstGeom>
        </p:spPr>
        <p:txBody>
          <a:bodyPr anchorCtr="0" anchor="t" bIns="91425" lIns="91425" spcFirstLastPara="1" rIns="91425" wrap="square" tIns="91425">
            <a:normAutofit/>
          </a:bodyPr>
          <a:lstStyle/>
          <a:p>
            <a:pPr indent="0" lvl="0" marL="0" rtl="0" algn="l">
              <a:lnSpc>
                <a:spcPct val="90000"/>
              </a:lnSpc>
              <a:spcBef>
                <a:spcPts val="1000"/>
              </a:spcBef>
              <a:spcAft>
                <a:spcPts val="0"/>
              </a:spcAft>
              <a:buNone/>
            </a:pPr>
            <a:r>
              <a:t/>
            </a:r>
            <a:endParaRPr sz="1900">
              <a:solidFill>
                <a:schemeClr val="dk1"/>
              </a:solidFill>
            </a:endParaRPr>
          </a:p>
          <a:p>
            <a:pPr indent="0" lvl="0" marL="0" rtl="0" algn="l">
              <a:lnSpc>
                <a:spcPct val="90000"/>
              </a:lnSpc>
              <a:spcBef>
                <a:spcPts val="1000"/>
              </a:spcBef>
              <a:spcAft>
                <a:spcPts val="0"/>
              </a:spcAft>
              <a:buNone/>
            </a:pPr>
            <a:r>
              <a:t/>
            </a:r>
            <a:endParaRPr sz="1900">
              <a:solidFill>
                <a:schemeClr val="dk1"/>
              </a:solidFill>
            </a:endParaRPr>
          </a:p>
          <a:p>
            <a:pPr indent="0" lvl="0" marL="0" rtl="0" algn="l">
              <a:lnSpc>
                <a:spcPct val="90000"/>
              </a:lnSpc>
              <a:spcBef>
                <a:spcPts val="1000"/>
              </a:spcBef>
              <a:spcAft>
                <a:spcPts val="0"/>
              </a:spcAft>
              <a:buNone/>
            </a:pPr>
            <a:r>
              <a:t/>
            </a:r>
            <a:endParaRPr sz="1900">
              <a:solidFill>
                <a:schemeClr val="dk1"/>
              </a:solidFill>
            </a:endParaRPr>
          </a:p>
          <a:p>
            <a:pPr indent="0" lvl="0" marL="0" rtl="0" algn="l">
              <a:lnSpc>
                <a:spcPct val="90000"/>
              </a:lnSpc>
              <a:spcBef>
                <a:spcPts val="1000"/>
              </a:spcBef>
              <a:spcAft>
                <a:spcPts val="0"/>
              </a:spcAft>
              <a:buNone/>
            </a:pPr>
            <a:r>
              <a:t/>
            </a:r>
            <a:endParaRPr sz="1900">
              <a:solidFill>
                <a:schemeClr val="dk1"/>
              </a:solidFill>
            </a:endParaRPr>
          </a:p>
          <a:p>
            <a:pPr indent="0" lvl="0" marL="0" rtl="0" algn="l">
              <a:lnSpc>
                <a:spcPct val="90000"/>
              </a:lnSpc>
              <a:spcBef>
                <a:spcPts val="1000"/>
              </a:spcBef>
              <a:spcAft>
                <a:spcPts val="0"/>
              </a:spcAft>
              <a:buNone/>
            </a:pPr>
            <a:r>
              <a:t/>
            </a:r>
            <a:endParaRPr sz="1900">
              <a:solidFill>
                <a:schemeClr val="dk1"/>
              </a:solidFill>
            </a:endParaRPr>
          </a:p>
          <a:p>
            <a:pPr indent="0" lvl="0" marL="0" rtl="0" algn="l">
              <a:lnSpc>
                <a:spcPct val="90000"/>
              </a:lnSpc>
              <a:spcBef>
                <a:spcPts val="1000"/>
              </a:spcBef>
              <a:spcAft>
                <a:spcPts val="0"/>
              </a:spcAft>
              <a:buNone/>
            </a:pPr>
            <a:r>
              <a:t/>
            </a:r>
            <a:endParaRPr sz="1900">
              <a:solidFill>
                <a:schemeClr val="dk1"/>
              </a:solidFill>
            </a:endParaRPr>
          </a:p>
          <a:p>
            <a:pPr indent="0" lvl="0" marL="0" rtl="0" algn="l">
              <a:lnSpc>
                <a:spcPct val="90000"/>
              </a:lnSpc>
              <a:spcBef>
                <a:spcPts val="1000"/>
              </a:spcBef>
              <a:spcAft>
                <a:spcPts val="0"/>
              </a:spcAft>
              <a:buNone/>
            </a:pPr>
            <a:r>
              <a:t/>
            </a:r>
            <a:endParaRPr sz="1300">
              <a:solidFill>
                <a:schemeClr val="dk1"/>
              </a:solidFill>
            </a:endParaRPr>
          </a:p>
          <a:p>
            <a:pPr indent="0" lvl="0" marL="0" rtl="0" algn="l">
              <a:lnSpc>
                <a:spcPct val="90000"/>
              </a:lnSpc>
              <a:spcBef>
                <a:spcPts val="1000"/>
              </a:spcBef>
              <a:spcAft>
                <a:spcPts val="0"/>
              </a:spcAft>
              <a:buNone/>
            </a:pPr>
            <a:r>
              <a:t/>
            </a:r>
            <a:endParaRPr/>
          </a:p>
        </p:txBody>
      </p:sp>
      <p:sp>
        <p:nvSpPr>
          <p:cNvPr id="144" name="Google Shape;144;p22"/>
          <p:cNvSpPr/>
          <p:nvPr/>
        </p:nvSpPr>
        <p:spPr>
          <a:xfrm>
            <a:off x="7294850" y="674050"/>
            <a:ext cx="1656000" cy="757500"/>
          </a:xfrm>
          <a:prstGeom prst="roundRect">
            <a:avLst>
              <a:gd fmla="val 16667" name="adj"/>
            </a:avLst>
          </a:prstGeom>
          <a:solidFill>
            <a:srgbClr val="C9DAF8"/>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rPr lang="en">
                <a:solidFill>
                  <a:schemeClr val="dk1"/>
                </a:solidFill>
              </a:rPr>
              <a:t>Data Encoding</a:t>
            </a:r>
            <a:endParaRPr>
              <a:solidFill>
                <a:schemeClr val="dk1"/>
              </a:solidFill>
            </a:endParaRPr>
          </a:p>
          <a:p>
            <a:pPr indent="0" lvl="0" marL="0" rtl="0" algn="l">
              <a:spcBef>
                <a:spcPts val="0"/>
              </a:spcBef>
              <a:spcAft>
                <a:spcPts val="0"/>
              </a:spcAft>
              <a:buNone/>
            </a:pPr>
            <a:r>
              <a:rPr lang="en">
                <a:solidFill>
                  <a:schemeClr val="dk1"/>
                </a:solidFill>
              </a:rPr>
              <a:t>Data Scaling</a:t>
            </a:r>
            <a:endParaRPr>
              <a:solidFill>
                <a:schemeClr val="dk1"/>
              </a:solidFill>
            </a:endParaRPr>
          </a:p>
        </p:txBody>
      </p:sp>
      <p:sp>
        <p:nvSpPr>
          <p:cNvPr id="145" name="Google Shape;145;p22"/>
          <p:cNvSpPr/>
          <p:nvPr/>
        </p:nvSpPr>
        <p:spPr>
          <a:xfrm>
            <a:off x="49200" y="3856450"/>
            <a:ext cx="9045600" cy="917400"/>
          </a:xfrm>
          <a:prstGeom prst="roundRect">
            <a:avLst>
              <a:gd fmla="val 16667" name="adj"/>
            </a:avLst>
          </a:prstGeom>
          <a:solidFill>
            <a:schemeClr val="lt2"/>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lnSpc>
                <a:spcPct val="129545"/>
              </a:lnSpc>
              <a:spcBef>
                <a:spcPts val="0"/>
              </a:spcBef>
              <a:spcAft>
                <a:spcPts val="0"/>
              </a:spcAft>
              <a:buNone/>
            </a:pPr>
            <a:r>
              <a:t/>
            </a:r>
            <a:endParaRPr>
              <a:solidFill>
                <a:schemeClr val="dk1"/>
              </a:solidFill>
            </a:endParaRPr>
          </a:p>
          <a:p>
            <a:pPr indent="0" lvl="0" marL="0" rtl="0" algn="l">
              <a:lnSpc>
                <a:spcPct val="115000"/>
              </a:lnSpc>
              <a:spcBef>
                <a:spcPts val="1200"/>
              </a:spcBef>
              <a:spcAft>
                <a:spcPts val="0"/>
              </a:spcAft>
              <a:buNone/>
            </a:pPr>
            <a:r>
              <a:t/>
            </a:r>
            <a:endParaRPr>
              <a:solidFill>
                <a:schemeClr val="dk1"/>
              </a:solidFill>
            </a:endParaRPr>
          </a:p>
          <a:p>
            <a:pPr indent="0" lvl="0" marL="0" rtl="0" algn="l">
              <a:lnSpc>
                <a:spcPct val="115000"/>
              </a:lnSpc>
              <a:spcBef>
                <a:spcPts val="1200"/>
              </a:spcBef>
              <a:spcAft>
                <a:spcPts val="0"/>
              </a:spcAft>
              <a:buNone/>
            </a:pPr>
            <a:r>
              <a:rPr lang="en">
                <a:solidFill>
                  <a:schemeClr val="dk1"/>
                </a:solidFill>
              </a:rPr>
              <a:t>Dropped Outliers, </a:t>
            </a:r>
            <a:r>
              <a:rPr lang="en">
                <a:solidFill>
                  <a:schemeClr val="dk1"/>
                </a:solidFill>
              </a:rPr>
              <a:t>Removed</a:t>
            </a:r>
            <a:r>
              <a:rPr lang="en">
                <a:solidFill>
                  <a:schemeClr val="dk1"/>
                </a:solidFill>
              </a:rPr>
              <a:t> Duplicate ID </a:t>
            </a:r>
            <a:endParaRPr>
              <a:solidFill>
                <a:schemeClr val="dk1"/>
              </a:solidFill>
            </a:endParaRPr>
          </a:p>
          <a:p>
            <a:pPr indent="0" lvl="0" marL="0" rtl="0" algn="l">
              <a:lnSpc>
                <a:spcPct val="115000"/>
              </a:lnSpc>
              <a:spcBef>
                <a:spcPts val="1200"/>
              </a:spcBef>
              <a:spcAft>
                <a:spcPts val="0"/>
              </a:spcAft>
              <a:buNone/>
            </a:pPr>
            <a:r>
              <a:t/>
            </a:r>
            <a:endParaRPr>
              <a:solidFill>
                <a:schemeClr val="dk1"/>
              </a:solidFill>
            </a:endParaRPr>
          </a:p>
          <a:p>
            <a:pPr indent="0" lvl="0" marL="0" rtl="0" algn="l">
              <a:lnSpc>
                <a:spcPct val="115000"/>
              </a:lnSpc>
              <a:spcBef>
                <a:spcPts val="1200"/>
              </a:spcBef>
              <a:spcAft>
                <a:spcPts val="0"/>
              </a:spcAft>
              <a:buNone/>
            </a:pPr>
            <a:r>
              <a:t/>
            </a:r>
            <a:endParaRPr>
              <a:solidFill>
                <a:schemeClr val="dk1"/>
              </a:solidFill>
            </a:endParaRPr>
          </a:p>
          <a:p>
            <a:pPr indent="0" lvl="0" marL="0" rtl="0" algn="l">
              <a:lnSpc>
                <a:spcPct val="129545"/>
              </a:lnSpc>
              <a:spcBef>
                <a:spcPts val="1200"/>
              </a:spcBef>
              <a:spcAft>
                <a:spcPts val="0"/>
              </a:spcAft>
              <a:buNone/>
            </a:pPr>
            <a:r>
              <a:t/>
            </a:r>
            <a:endParaRPr>
              <a:solidFill>
                <a:schemeClr val="dk1"/>
              </a:solidFill>
            </a:endParaRPr>
          </a:p>
          <a:p>
            <a:pPr indent="0" lvl="0" marL="0" rtl="0" algn="l">
              <a:lnSpc>
                <a:spcPct val="129545"/>
              </a:lnSpc>
              <a:spcBef>
                <a:spcPts val="0"/>
              </a:spcBef>
              <a:spcAft>
                <a:spcPts val="0"/>
              </a:spcAft>
              <a:buNone/>
            </a:pPr>
            <a:r>
              <a:t/>
            </a:r>
            <a:endParaRPr/>
          </a:p>
        </p:txBody>
      </p:sp>
      <p:pic>
        <p:nvPicPr>
          <p:cNvPr id="146" name="Google Shape;146;p22"/>
          <p:cNvPicPr preferRelativeResize="0"/>
          <p:nvPr/>
        </p:nvPicPr>
        <p:blipFill>
          <a:blip r:embed="rId3">
            <a:alphaModFix/>
          </a:blip>
          <a:stretch>
            <a:fillRect/>
          </a:stretch>
        </p:blipFill>
        <p:spPr>
          <a:xfrm>
            <a:off x="170775" y="1303613"/>
            <a:ext cx="5791200" cy="2266950"/>
          </a:xfrm>
          <a:prstGeom prst="rect">
            <a:avLst/>
          </a:prstGeom>
          <a:noFill/>
          <a:ln>
            <a:noFill/>
          </a:ln>
        </p:spPr>
      </p:pic>
    </p:spTree>
  </p:cSld>
  <p:clrMapOvr>
    <a:masterClrMapping/>
  </p:clrMapOvr>
</p:sld>
</file>

<file path=ppt/slides/slide1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50" name="Shape 150"/>
        <p:cNvGrpSpPr/>
        <p:nvPr/>
      </p:nvGrpSpPr>
      <p:grpSpPr>
        <a:xfrm>
          <a:off x="0" y="0"/>
          <a:ext cx="0" cy="0"/>
          <a:chOff x="0" y="0"/>
          <a:chExt cx="0" cy="0"/>
        </a:xfrm>
      </p:grpSpPr>
      <p:sp>
        <p:nvSpPr>
          <p:cNvPr id="151" name="Google Shape;151;p23"/>
          <p:cNvSpPr txBox="1"/>
          <p:nvPr>
            <p:ph type="title"/>
          </p:nvPr>
        </p:nvSpPr>
        <p:spPr>
          <a:xfrm>
            <a:off x="110075" y="138300"/>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n"/>
              <a:t>Model Performance</a:t>
            </a:r>
            <a:endParaRPr/>
          </a:p>
        </p:txBody>
      </p:sp>
      <p:pic>
        <p:nvPicPr>
          <p:cNvPr id="152" name="Google Shape;152;p23"/>
          <p:cNvPicPr preferRelativeResize="0"/>
          <p:nvPr/>
        </p:nvPicPr>
        <p:blipFill rotWithShape="1">
          <a:blip r:embed="rId3">
            <a:alphaModFix/>
          </a:blip>
          <a:srcRect b="-4310" l="0" r="0" t="4310"/>
          <a:stretch/>
        </p:blipFill>
        <p:spPr>
          <a:xfrm>
            <a:off x="440400" y="931850"/>
            <a:ext cx="6467480" cy="2886537"/>
          </a:xfrm>
          <a:prstGeom prst="rect">
            <a:avLst/>
          </a:prstGeom>
          <a:noFill/>
          <a:ln cap="flat" cmpd="sng" w="9525">
            <a:solidFill>
              <a:schemeClr val="dk1"/>
            </a:solidFill>
            <a:prstDash val="solid"/>
            <a:round/>
            <a:headEnd len="sm" w="sm" type="none"/>
            <a:tailEnd len="sm" w="sm" type="none"/>
          </a:ln>
        </p:spPr>
      </p:pic>
      <p:sp>
        <p:nvSpPr>
          <p:cNvPr id="153" name="Google Shape;153;p23"/>
          <p:cNvSpPr txBox="1"/>
          <p:nvPr/>
        </p:nvSpPr>
        <p:spPr>
          <a:xfrm>
            <a:off x="110075" y="3972625"/>
            <a:ext cx="8722200" cy="1098900"/>
          </a:xfrm>
          <a:prstGeom prst="rect">
            <a:avLst/>
          </a:prstGeom>
          <a:noFill/>
          <a:ln>
            <a:noFill/>
          </a:ln>
        </p:spPr>
        <p:txBody>
          <a:bodyPr anchorCtr="0" anchor="t" bIns="91425" lIns="91425" spcFirstLastPara="1" rIns="91425" wrap="square" tIns="91425">
            <a:spAutoFit/>
          </a:bodyPr>
          <a:lstStyle/>
          <a:p>
            <a:pPr indent="-304800" lvl="0" marL="457200" rtl="0" algn="l">
              <a:lnSpc>
                <a:spcPct val="115000"/>
              </a:lnSpc>
              <a:spcBef>
                <a:spcPts val="0"/>
              </a:spcBef>
              <a:spcAft>
                <a:spcPts val="0"/>
              </a:spcAft>
              <a:buClr>
                <a:schemeClr val="dk1"/>
              </a:buClr>
              <a:buSzPts val="1200"/>
              <a:buFont typeface="Roboto"/>
              <a:buChar char="●"/>
            </a:pPr>
            <a:r>
              <a:rPr lang="en" sz="1200">
                <a:solidFill>
                  <a:schemeClr val="dk1"/>
                </a:solidFill>
                <a:latin typeface="Roboto"/>
                <a:ea typeface="Roboto"/>
                <a:cs typeface="Roboto"/>
                <a:sym typeface="Roboto"/>
              </a:rPr>
              <a:t>For the given regression task, XGBoost tuned with GridSearch should be preferred as the best model, closely followed by Random Forest.​</a:t>
            </a:r>
            <a:endParaRPr sz="1200">
              <a:solidFill>
                <a:schemeClr val="dk1"/>
              </a:solidFill>
              <a:latin typeface="Roboto"/>
              <a:ea typeface="Roboto"/>
              <a:cs typeface="Roboto"/>
              <a:sym typeface="Roboto"/>
            </a:endParaRPr>
          </a:p>
          <a:p>
            <a:pPr indent="-304800" lvl="0" marL="457200" rtl="0" algn="l">
              <a:lnSpc>
                <a:spcPct val="115000"/>
              </a:lnSpc>
              <a:spcBef>
                <a:spcPts val="0"/>
              </a:spcBef>
              <a:spcAft>
                <a:spcPts val="0"/>
              </a:spcAft>
              <a:buClr>
                <a:schemeClr val="dk1"/>
              </a:buClr>
              <a:buSzPts val="1200"/>
              <a:buFont typeface="Roboto"/>
              <a:buChar char="●"/>
            </a:pPr>
            <a:r>
              <a:rPr lang="en" sz="1200">
                <a:solidFill>
                  <a:schemeClr val="dk1"/>
                </a:solidFill>
                <a:latin typeface="Roboto"/>
                <a:ea typeface="Roboto"/>
                <a:cs typeface="Roboto"/>
                <a:sym typeface="Roboto"/>
              </a:rPr>
              <a:t>Simpler models like Linear Regression may be easier to explain but are less performant on complex data.</a:t>
            </a:r>
            <a:endParaRPr sz="1200">
              <a:solidFill>
                <a:schemeClr val="dk1"/>
              </a:solidFill>
              <a:latin typeface="Roboto"/>
              <a:ea typeface="Roboto"/>
              <a:cs typeface="Roboto"/>
              <a:sym typeface="Roboto"/>
            </a:endParaRPr>
          </a:p>
          <a:p>
            <a:pPr indent="0" lvl="0" marL="0" rtl="0" algn="l">
              <a:spcBef>
                <a:spcPts val="0"/>
              </a:spcBef>
              <a:spcAft>
                <a:spcPts val="0"/>
              </a:spcAft>
              <a:buNone/>
            </a:pPr>
            <a:r>
              <a:t/>
            </a:r>
            <a:endParaRPr sz="1800">
              <a:solidFill>
                <a:schemeClr val="dk2"/>
              </a:solidFill>
            </a:endParaRPr>
          </a:p>
        </p:txBody>
      </p:sp>
    </p:spTree>
  </p:cSld>
  <p:clrMapOvr>
    <a:masterClrMapping/>
  </p:clrMapOvr>
</p:sld>
</file>

<file path=ppt/slides/slide1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57" name="Shape 157"/>
        <p:cNvGrpSpPr/>
        <p:nvPr/>
      </p:nvGrpSpPr>
      <p:grpSpPr>
        <a:xfrm>
          <a:off x="0" y="0"/>
          <a:ext cx="0" cy="0"/>
          <a:chOff x="0" y="0"/>
          <a:chExt cx="0" cy="0"/>
        </a:xfrm>
      </p:grpSpPr>
      <p:sp>
        <p:nvSpPr>
          <p:cNvPr id="158" name="Google Shape;158;p24"/>
          <p:cNvSpPr txBox="1"/>
          <p:nvPr>
            <p:ph type="title"/>
          </p:nvPr>
        </p:nvSpPr>
        <p:spPr>
          <a:xfrm>
            <a:off x="110075" y="138300"/>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n"/>
              <a:t>Model Performance</a:t>
            </a:r>
            <a:endParaRPr/>
          </a:p>
        </p:txBody>
      </p:sp>
      <p:pic>
        <p:nvPicPr>
          <p:cNvPr id="159" name="Google Shape;159;p24"/>
          <p:cNvPicPr preferRelativeResize="0"/>
          <p:nvPr/>
        </p:nvPicPr>
        <p:blipFill>
          <a:blip r:embed="rId3">
            <a:alphaModFix/>
          </a:blip>
          <a:stretch>
            <a:fillRect/>
          </a:stretch>
        </p:blipFill>
        <p:spPr>
          <a:xfrm>
            <a:off x="1481600" y="849375"/>
            <a:ext cx="6233651" cy="4012424"/>
          </a:xfrm>
          <a:prstGeom prst="rect">
            <a:avLst/>
          </a:prstGeom>
          <a:noFill/>
          <a:ln>
            <a:noFill/>
          </a:ln>
        </p:spPr>
      </p:pic>
    </p:spTree>
  </p:cSld>
  <p:clrMapOvr>
    <a:masterClrMapping/>
  </p:clrMapOvr>
</p:sld>
</file>

<file path=ppt/slides/slide1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63" name="Shape 163"/>
        <p:cNvGrpSpPr/>
        <p:nvPr/>
      </p:nvGrpSpPr>
      <p:grpSpPr>
        <a:xfrm>
          <a:off x="0" y="0"/>
          <a:ext cx="0" cy="0"/>
          <a:chOff x="0" y="0"/>
          <a:chExt cx="0" cy="0"/>
        </a:xfrm>
      </p:grpSpPr>
      <p:sp>
        <p:nvSpPr>
          <p:cNvPr id="164" name="Google Shape;164;p25"/>
          <p:cNvSpPr txBox="1"/>
          <p:nvPr>
            <p:ph type="title"/>
          </p:nvPr>
        </p:nvSpPr>
        <p:spPr>
          <a:xfrm>
            <a:off x="311700" y="445025"/>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n"/>
              <a:t>HyperParameter Tuning with GridSearch </a:t>
            </a:r>
            <a:endParaRPr/>
          </a:p>
        </p:txBody>
      </p:sp>
      <p:pic>
        <p:nvPicPr>
          <p:cNvPr id="165" name="Google Shape;165;p25"/>
          <p:cNvPicPr preferRelativeResize="0"/>
          <p:nvPr/>
        </p:nvPicPr>
        <p:blipFill rotWithShape="1">
          <a:blip r:embed="rId3">
            <a:alphaModFix/>
          </a:blip>
          <a:srcRect b="-4170" l="0" r="0" t="4170"/>
          <a:stretch/>
        </p:blipFill>
        <p:spPr>
          <a:xfrm>
            <a:off x="479750" y="1083350"/>
            <a:ext cx="8059351" cy="3533225"/>
          </a:xfrm>
          <a:prstGeom prst="rect">
            <a:avLst/>
          </a:prstGeom>
          <a:noFill/>
          <a:ln>
            <a:noFill/>
          </a:ln>
        </p:spPr>
      </p:pic>
    </p:spTree>
  </p:cSld>
  <p:clrMapOvr>
    <a:masterClrMapping/>
  </p:clrMapOvr>
</p:sld>
</file>

<file path=ppt/slides/slide1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69" name="Shape 169"/>
        <p:cNvGrpSpPr/>
        <p:nvPr/>
      </p:nvGrpSpPr>
      <p:grpSpPr>
        <a:xfrm>
          <a:off x="0" y="0"/>
          <a:ext cx="0" cy="0"/>
          <a:chOff x="0" y="0"/>
          <a:chExt cx="0" cy="0"/>
        </a:xfrm>
      </p:grpSpPr>
      <p:sp>
        <p:nvSpPr>
          <p:cNvPr id="170" name="Google Shape;170;p26"/>
          <p:cNvSpPr txBox="1"/>
          <p:nvPr>
            <p:ph type="title"/>
          </p:nvPr>
        </p:nvSpPr>
        <p:spPr>
          <a:xfrm>
            <a:off x="311700" y="445025"/>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n"/>
              <a:t>Best Parameters Tuning with GridSearch </a:t>
            </a:r>
            <a:endParaRPr/>
          </a:p>
        </p:txBody>
      </p:sp>
      <p:pic>
        <p:nvPicPr>
          <p:cNvPr id="171" name="Google Shape;171;p26"/>
          <p:cNvPicPr preferRelativeResize="0"/>
          <p:nvPr/>
        </p:nvPicPr>
        <p:blipFill rotWithShape="1">
          <a:blip r:embed="rId3">
            <a:alphaModFix/>
          </a:blip>
          <a:srcRect b="-3909" l="1700" r="-1700" t="3909"/>
          <a:stretch/>
        </p:blipFill>
        <p:spPr>
          <a:xfrm>
            <a:off x="1387175" y="1193700"/>
            <a:ext cx="6025686" cy="3820975"/>
          </a:xfrm>
          <a:prstGeom prst="rect">
            <a:avLst/>
          </a:prstGeom>
          <a:noFill/>
          <a:ln>
            <a:noFill/>
          </a:ln>
        </p:spPr>
      </p:pic>
    </p:spTree>
  </p:cSld>
  <p:clrMapOvr>
    <a:masterClrMapping/>
  </p:clrMapOvr>
</p:sld>
</file>

<file path=ppt/slides/slide1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75" name="Shape 175"/>
        <p:cNvGrpSpPr/>
        <p:nvPr/>
      </p:nvGrpSpPr>
      <p:grpSpPr>
        <a:xfrm>
          <a:off x="0" y="0"/>
          <a:ext cx="0" cy="0"/>
          <a:chOff x="0" y="0"/>
          <a:chExt cx="0" cy="0"/>
        </a:xfrm>
      </p:grpSpPr>
      <p:sp>
        <p:nvSpPr>
          <p:cNvPr id="176" name="Google Shape;176;p27"/>
          <p:cNvSpPr txBox="1"/>
          <p:nvPr>
            <p:ph type="title"/>
          </p:nvPr>
        </p:nvSpPr>
        <p:spPr>
          <a:xfrm>
            <a:off x="358900" y="154050"/>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n"/>
              <a:t>Feature Importance</a:t>
            </a:r>
            <a:endParaRPr/>
          </a:p>
        </p:txBody>
      </p:sp>
      <p:sp>
        <p:nvSpPr>
          <p:cNvPr id="177" name="Google Shape;177;p27"/>
          <p:cNvSpPr/>
          <p:nvPr/>
        </p:nvSpPr>
        <p:spPr>
          <a:xfrm>
            <a:off x="0" y="4396625"/>
            <a:ext cx="8976900" cy="734400"/>
          </a:xfrm>
          <a:prstGeom prst="roundRect">
            <a:avLst>
              <a:gd fmla="val 16667" name="adj"/>
            </a:avLst>
          </a:prstGeom>
          <a:solidFill>
            <a:schemeClr val="lt2"/>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lnSpc>
                <a:spcPct val="129545"/>
              </a:lnSpc>
              <a:spcBef>
                <a:spcPts val="0"/>
              </a:spcBef>
              <a:spcAft>
                <a:spcPts val="0"/>
              </a:spcAft>
              <a:buNone/>
            </a:pPr>
            <a:r>
              <a:t/>
            </a:r>
            <a:endParaRPr>
              <a:solidFill>
                <a:schemeClr val="dk1"/>
              </a:solidFill>
            </a:endParaRPr>
          </a:p>
          <a:p>
            <a:pPr indent="0" lvl="0" marL="0" rtl="0" algn="l">
              <a:lnSpc>
                <a:spcPct val="115000"/>
              </a:lnSpc>
              <a:spcBef>
                <a:spcPts val="1200"/>
              </a:spcBef>
              <a:spcAft>
                <a:spcPts val="0"/>
              </a:spcAft>
              <a:buClr>
                <a:srgbClr val="000000"/>
              </a:buClr>
              <a:buSzPts val="1100"/>
              <a:buFont typeface="Arial"/>
              <a:buNone/>
            </a:pPr>
            <a:r>
              <a:rPr lang="en" sz="1200">
                <a:solidFill>
                  <a:schemeClr val="dk1"/>
                </a:solidFill>
                <a:latin typeface="Roboto"/>
                <a:ea typeface="Roboto"/>
                <a:cs typeface="Roboto"/>
                <a:sym typeface="Roboto"/>
              </a:rPr>
              <a:t>These is the list of features that we included in our models,  here we are able to see which ponderation have each feature:  grade, lat and sqft_living are the more </a:t>
            </a:r>
            <a:r>
              <a:rPr lang="en" sz="1200">
                <a:solidFill>
                  <a:schemeClr val="dk1"/>
                </a:solidFill>
                <a:latin typeface="Roboto"/>
                <a:ea typeface="Roboto"/>
                <a:cs typeface="Roboto"/>
                <a:sym typeface="Roboto"/>
              </a:rPr>
              <a:t>significant</a:t>
            </a:r>
            <a:r>
              <a:rPr lang="en" sz="1200">
                <a:solidFill>
                  <a:schemeClr val="dk1"/>
                </a:solidFill>
                <a:latin typeface="Roboto"/>
                <a:ea typeface="Roboto"/>
                <a:cs typeface="Roboto"/>
                <a:sym typeface="Roboto"/>
              </a:rPr>
              <a:t> ones.</a:t>
            </a:r>
            <a:endParaRPr>
              <a:solidFill>
                <a:schemeClr val="dk1"/>
              </a:solidFill>
            </a:endParaRPr>
          </a:p>
          <a:p>
            <a:pPr indent="0" lvl="0" marL="0" rtl="0" algn="l">
              <a:lnSpc>
                <a:spcPct val="129545"/>
              </a:lnSpc>
              <a:spcBef>
                <a:spcPts val="1200"/>
              </a:spcBef>
              <a:spcAft>
                <a:spcPts val="0"/>
              </a:spcAft>
              <a:buNone/>
            </a:pPr>
            <a:r>
              <a:t/>
            </a:r>
            <a:endParaRPr>
              <a:solidFill>
                <a:schemeClr val="dk1"/>
              </a:solidFill>
            </a:endParaRPr>
          </a:p>
          <a:p>
            <a:pPr indent="0" lvl="0" marL="0" rtl="0" algn="l">
              <a:lnSpc>
                <a:spcPct val="129545"/>
              </a:lnSpc>
              <a:spcBef>
                <a:spcPts val="0"/>
              </a:spcBef>
              <a:spcAft>
                <a:spcPts val="0"/>
              </a:spcAft>
              <a:buNone/>
            </a:pPr>
            <a:r>
              <a:t/>
            </a:r>
            <a:endParaRPr/>
          </a:p>
        </p:txBody>
      </p:sp>
      <p:pic>
        <p:nvPicPr>
          <p:cNvPr id="178" name="Google Shape;178;p27"/>
          <p:cNvPicPr preferRelativeResize="0"/>
          <p:nvPr/>
        </p:nvPicPr>
        <p:blipFill>
          <a:blip r:embed="rId3">
            <a:alphaModFix/>
          </a:blip>
          <a:stretch>
            <a:fillRect/>
          </a:stretch>
        </p:blipFill>
        <p:spPr>
          <a:xfrm>
            <a:off x="1572925" y="772850"/>
            <a:ext cx="6197375" cy="3514375"/>
          </a:xfrm>
          <a:prstGeom prst="rect">
            <a:avLst/>
          </a:prstGeom>
          <a:noFill/>
          <a:ln>
            <a:noFill/>
          </a:ln>
        </p:spPr>
      </p:pic>
    </p:spTree>
  </p:cSld>
  <p:clrMapOvr>
    <a:masterClrMapping/>
  </p:clrMapOvr>
</p:sld>
</file>

<file path=ppt/slides/slide1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82" name="Shape 182"/>
        <p:cNvGrpSpPr/>
        <p:nvPr/>
      </p:nvGrpSpPr>
      <p:grpSpPr>
        <a:xfrm>
          <a:off x="0" y="0"/>
          <a:ext cx="0" cy="0"/>
          <a:chOff x="0" y="0"/>
          <a:chExt cx="0" cy="0"/>
        </a:xfrm>
      </p:grpSpPr>
      <p:sp>
        <p:nvSpPr>
          <p:cNvPr id="183" name="Google Shape;183;p28"/>
          <p:cNvSpPr txBox="1"/>
          <p:nvPr>
            <p:ph type="title"/>
          </p:nvPr>
        </p:nvSpPr>
        <p:spPr>
          <a:xfrm>
            <a:off x="311700" y="445025"/>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Clr>
                <a:schemeClr val="dk1"/>
              </a:buClr>
              <a:buSzPct val="39285"/>
              <a:buFont typeface="Arial"/>
              <a:buNone/>
            </a:pPr>
            <a:r>
              <a:rPr b="1" lang="en"/>
              <a:t>Teamwork &amp; Project Management</a:t>
            </a:r>
            <a:endParaRPr/>
          </a:p>
        </p:txBody>
      </p:sp>
      <p:sp>
        <p:nvSpPr>
          <p:cNvPr id="184" name="Google Shape;184;p28"/>
          <p:cNvSpPr txBox="1"/>
          <p:nvPr>
            <p:ph idx="1" type="body"/>
          </p:nvPr>
        </p:nvSpPr>
        <p:spPr>
          <a:xfrm>
            <a:off x="311700" y="1152475"/>
            <a:ext cx="8520600" cy="3416400"/>
          </a:xfrm>
          <a:prstGeom prst="rect">
            <a:avLst/>
          </a:prstGeom>
        </p:spPr>
        <p:txBody>
          <a:bodyPr anchorCtr="0" anchor="t" bIns="91425" lIns="91425" spcFirstLastPara="1" rIns="91425" wrap="square" tIns="91425">
            <a:normAutofit/>
          </a:bodyPr>
          <a:lstStyle/>
          <a:p>
            <a:pPr indent="0" lvl="0" marL="0" rtl="0" algn="l">
              <a:spcBef>
                <a:spcPts val="0"/>
              </a:spcBef>
              <a:spcAft>
                <a:spcPts val="1200"/>
              </a:spcAft>
              <a:buNone/>
            </a:pPr>
            <a:r>
              <a:rPr lang="en" sz="1600">
                <a:solidFill>
                  <a:schemeClr val="dk1"/>
                </a:solidFill>
              </a:rPr>
              <a:t>We thoroughly reviewed the data and conducted group discussions to share new findings and relevant insights for the next steps. We clarified questions with the coordinators and consolidated our conclusions to summarize them in the final presentation.</a:t>
            </a:r>
            <a:endParaRPr sz="1600">
              <a:solidFill>
                <a:schemeClr val="dk1"/>
              </a:solidFill>
            </a:endParaRPr>
          </a:p>
        </p:txBody>
      </p:sp>
      <p:pic>
        <p:nvPicPr>
          <p:cNvPr id="185" name="Google Shape;185;p28"/>
          <p:cNvPicPr preferRelativeResize="0"/>
          <p:nvPr/>
        </p:nvPicPr>
        <p:blipFill>
          <a:blip r:embed="rId3">
            <a:alphaModFix/>
          </a:blip>
          <a:stretch>
            <a:fillRect/>
          </a:stretch>
        </p:blipFill>
        <p:spPr>
          <a:xfrm>
            <a:off x="5028425" y="2313425"/>
            <a:ext cx="3739800" cy="2319075"/>
          </a:xfrm>
          <a:prstGeom prst="rect">
            <a:avLst/>
          </a:prstGeom>
          <a:noFill/>
          <a:ln>
            <a:noFill/>
          </a:ln>
        </p:spPr>
      </p:pic>
    </p:spTree>
  </p:cSld>
  <p:clrMapOvr>
    <a:masterClrMapping/>
  </p:clrMapOvr>
</p:sld>
</file>

<file path=ppt/slides/slide1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89" name="Shape 189"/>
        <p:cNvGrpSpPr/>
        <p:nvPr/>
      </p:nvGrpSpPr>
      <p:grpSpPr>
        <a:xfrm>
          <a:off x="0" y="0"/>
          <a:ext cx="0" cy="0"/>
          <a:chOff x="0" y="0"/>
          <a:chExt cx="0" cy="0"/>
        </a:xfrm>
      </p:grpSpPr>
      <p:sp>
        <p:nvSpPr>
          <p:cNvPr id="190" name="Google Shape;190;p29"/>
          <p:cNvSpPr txBox="1"/>
          <p:nvPr>
            <p:ph type="title"/>
          </p:nvPr>
        </p:nvSpPr>
        <p:spPr>
          <a:xfrm>
            <a:off x="311700" y="445025"/>
            <a:ext cx="8520600" cy="572700"/>
          </a:xfrm>
          <a:prstGeom prst="rect">
            <a:avLst/>
          </a:prstGeom>
        </p:spPr>
        <p:txBody>
          <a:bodyPr anchorCtr="0" anchor="t" bIns="91425" lIns="91425" spcFirstLastPara="1" rIns="91425" wrap="square" tIns="91425">
            <a:noAutofit/>
          </a:bodyPr>
          <a:lstStyle/>
          <a:p>
            <a:pPr indent="0" lvl="0" marL="0" rtl="0" algn="l">
              <a:lnSpc>
                <a:spcPct val="115000"/>
              </a:lnSpc>
              <a:spcBef>
                <a:spcPts val="1800"/>
              </a:spcBef>
              <a:spcAft>
                <a:spcPts val="0"/>
              </a:spcAft>
              <a:buClr>
                <a:schemeClr val="dk1"/>
              </a:buClr>
              <a:buSzPts val="1100"/>
              <a:buFont typeface="Arial"/>
              <a:buNone/>
            </a:pPr>
            <a:r>
              <a:rPr b="1" lang="en" sz="2500"/>
              <a:t>Key Learnings &amp; Takeaways</a:t>
            </a:r>
            <a:endParaRPr b="1" sz="2500"/>
          </a:p>
          <a:p>
            <a:pPr indent="0" lvl="0" marL="0" rtl="0" algn="l">
              <a:spcBef>
                <a:spcPts val="400"/>
              </a:spcBef>
              <a:spcAft>
                <a:spcPts val="0"/>
              </a:spcAft>
              <a:buNone/>
            </a:pPr>
            <a:r>
              <a:t/>
            </a:r>
            <a:endParaRPr b="1" sz="2000">
              <a:highlight>
                <a:srgbClr val="FFFFFF"/>
              </a:highlight>
            </a:endParaRPr>
          </a:p>
        </p:txBody>
      </p:sp>
      <p:sp>
        <p:nvSpPr>
          <p:cNvPr id="191" name="Google Shape;191;p29"/>
          <p:cNvSpPr txBox="1"/>
          <p:nvPr>
            <p:ph idx="1" type="body"/>
          </p:nvPr>
        </p:nvSpPr>
        <p:spPr>
          <a:xfrm>
            <a:off x="0" y="1409850"/>
            <a:ext cx="8520600" cy="2323800"/>
          </a:xfrm>
          <a:prstGeom prst="rect">
            <a:avLst/>
          </a:prstGeom>
        </p:spPr>
        <p:txBody>
          <a:bodyPr anchorCtr="0" anchor="t" bIns="91425" lIns="91425" spcFirstLastPara="1" rIns="91425" wrap="square" tIns="91425">
            <a:normAutofit fontScale="25000" lnSpcReduction="20000"/>
          </a:bodyPr>
          <a:lstStyle/>
          <a:p>
            <a:pPr indent="0" lvl="0" marL="0" rtl="0" algn="l">
              <a:spcBef>
                <a:spcPts val="1800"/>
              </a:spcBef>
              <a:spcAft>
                <a:spcPts val="0"/>
              </a:spcAft>
              <a:buClr>
                <a:schemeClr val="dk1"/>
              </a:buClr>
              <a:buSzPct val="44000"/>
              <a:buFont typeface="Arial"/>
              <a:buNone/>
            </a:pPr>
            <a:r>
              <a:rPr b="1" lang="en" sz="2500">
                <a:solidFill>
                  <a:schemeClr val="dk1"/>
                </a:solidFill>
              </a:rPr>
              <a:t> </a:t>
            </a:r>
            <a:endParaRPr b="1" sz="2500">
              <a:solidFill>
                <a:schemeClr val="dk1"/>
              </a:solidFill>
            </a:endParaRPr>
          </a:p>
          <a:p>
            <a:pPr indent="457200" lvl="0" marL="0" rtl="0" algn="l">
              <a:spcBef>
                <a:spcPts val="1200"/>
              </a:spcBef>
              <a:spcAft>
                <a:spcPts val="0"/>
              </a:spcAft>
              <a:buNone/>
            </a:pPr>
            <a:r>
              <a:rPr b="1" lang="en" sz="5075">
                <a:solidFill>
                  <a:schemeClr val="dk1"/>
                </a:solidFill>
              </a:rPr>
              <a:t>Data preprocessing is crucial.</a:t>
            </a:r>
            <a:r>
              <a:rPr lang="en" sz="5075">
                <a:solidFill>
                  <a:schemeClr val="dk1"/>
                </a:solidFill>
              </a:rPr>
              <a:t> Cleaning and encoding decisions directly influence predictive stability.</a:t>
            </a:r>
            <a:br>
              <a:rPr lang="en" sz="5075">
                <a:solidFill>
                  <a:schemeClr val="dk1"/>
                </a:solidFill>
              </a:rPr>
            </a:br>
            <a:endParaRPr sz="5075">
              <a:solidFill>
                <a:schemeClr val="dk1"/>
              </a:solidFill>
            </a:endParaRPr>
          </a:p>
          <a:p>
            <a:pPr indent="0" lvl="0" marL="457200" rtl="0" algn="l">
              <a:spcBef>
                <a:spcPts val="1200"/>
              </a:spcBef>
              <a:spcAft>
                <a:spcPts val="0"/>
              </a:spcAft>
              <a:buNone/>
            </a:pPr>
            <a:r>
              <a:rPr b="1" lang="en" sz="5075">
                <a:solidFill>
                  <a:schemeClr val="dk1"/>
                </a:solidFill>
              </a:rPr>
              <a:t>Non-linear models outperform linear ones</a:t>
            </a:r>
            <a:r>
              <a:rPr lang="en" sz="5075">
                <a:solidFill>
                  <a:schemeClr val="dk1"/>
                </a:solidFill>
              </a:rPr>
              <a:t> in complex, datasets like housing markets.</a:t>
            </a:r>
            <a:br>
              <a:rPr lang="en" sz="5075">
                <a:solidFill>
                  <a:schemeClr val="dk1"/>
                </a:solidFill>
              </a:rPr>
            </a:br>
            <a:endParaRPr sz="5200">
              <a:solidFill>
                <a:schemeClr val="dk1"/>
              </a:solidFill>
            </a:endParaRPr>
          </a:p>
          <a:p>
            <a:pPr indent="0" lvl="0" marL="457200" rtl="0" algn="l">
              <a:spcBef>
                <a:spcPts val="1200"/>
              </a:spcBef>
              <a:spcAft>
                <a:spcPts val="0"/>
              </a:spcAft>
              <a:buNone/>
            </a:pPr>
            <a:r>
              <a:rPr b="1" lang="en" sz="5075">
                <a:solidFill>
                  <a:schemeClr val="dk1"/>
                </a:solidFill>
              </a:rPr>
              <a:t>Evaluation across multiple metrics</a:t>
            </a:r>
            <a:r>
              <a:rPr lang="en" sz="5075">
                <a:solidFill>
                  <a:schemeClr val="dk1"/>
                </a:solidFill>
              </a:rPr>
              <a:t> (R², RMSE, MAPE) gives a fuller picture of model reliability.</a:t>
            </a:r>
            <a:br>
              <a:rPr lang="en" sz="5075">
                <a:solidFill>
                  <a:schemeClr val="dk1"/>
                </a:solidFill>
              </a:rPr>
            </a:br>
            <a:endParaRPr sz="5075">
              <a:solidFill>
                <a:schemeClr val="dk1"/>
              </a:solidFill>
            </a:endParaRPr>
          </a:p>
          <a:p>
            <a:pPr indent="0" lvl="0" marL="0" rtl="0" algn="l">
              <a:spcBef>
                <a:spcPts val="1200"/>
              </a:spcBef>
              <a:spcAft>
                <a:spcPts val="0"/>
              </a:spcAft>
              <a:buNone/>
            </a:pPr>
            <a:r>
              <a:t/>
            </a:r>
            <a:endParaRPr sz="4275"/>
          </a:p>
          <a:p>
            <a:pPr indent="0" lvl="0" marL="0" rtl="0" algn="l">
              <a:spcBef>
                <a:spcPts val="1200"/>
              </a:spcBef>
              <a:spcAft>
                <a:spcPts val="0"/>
              </a:spcAft>
              <a:buNone/>
            </a:pPr>
            <a:r>
              <a:t/>
            </a:r>
            <a:endParaRPr sz="1700"/>
          </a:p>
          <a:p>
            <a:pPr indent="0" lvl="0" marL="0" rtl="0" algn="l">
              <a:spcBef>
                <a:spcPts val="1200"/>
              </a:spcBef>
              <a:spcAft>
                <a:spcPts val="0"/>
              </a:spcAft>
              <a:buNone/>
            </a:pPr>
            <a:r>
              <a:t/>
            </a:r>
            <a:endParaRPr sz="1700"/>
          </a:p>
          <a:p>
            <a:pPr indent="0" lvl="0" marL="0" rtl="0" algn="l">
              <a:spcBef>
                <a:spcPts val="1200"/>
              </a:spcBef>
              <a:spcAft>
                <a:spcPts val="1200"/>
              </a:spcAft>
              <a:buNone/>
            </a:pPr>
            <a:r>
              <a:t/>
            </a:r>
            <a:endParaRPr sz="1700"/>
          </a:p>
        </p:txBody>
      </p:sp>
    </p:spTree>
  </p:cSld>
  <p:clrMapOvr>
    <a:masterClrMapping/>
  </p:clrMapOvr>
</p:sld>
</file>

<file path=ppt/slides/slide1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95" name="Shape 195"/>
        <p:cNvGrpSpPr/>
        <p:nvPr/>
      </p:nvGrpSpPr>
      <p:grpSpPr>
        <a:xfrm>
          <a:off x="0" y="0"/>
          <a:ext cx="0" cy="0"/>
          <a:chOff x="0" y="0"/>
          <a:chExt cx="0" cy="0"/>
        </a:xfrm>
      </p:grpSpPr>
      <p:sp>
        <p:nvSpPr>
          <p:cNvPr id="196" name="Google Shape;196;p30"/>
          <p:cNvSpPr txBox="1"/>
          <p:nvPr>
            <p:ph type="title"/>
          </p:nvPr>
        </p:nvSpPr>
        <p:spPr>
          <a:xfrm>
            <a:off x="311700" y="445025"/>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Clr>
                <a:schemeClr val="dk1"/>
              </a:buClr>
              <a:buSzPct val="39285"/>
              <a:buFont typeface="Arial"/>
              <a:buNone/>
            </a:pPr>
            <a:r>
              <a:rPr b="1" lang="en"/>
              <a:t>Major Obstacle</a:t>
            </a:r>
            <a:endParaRPr/>
          </a:p>
        </p:txBody>
      </p:sp>
      <p:sp>
        <p:nvSpPr>
          <p:cNvPr id="197" name="Google Shape;197;p30"/>
          <p:cNvSpPr txBox="1"/>
          <p:nvPr>
            <p:ph idx="1" type="body"/>
          </p:nvPr>
        </p:nvSpPr>
        <p:spPr>
          <a:xfrm>
            <a:off x="311700" y="1152475"/>
            <a:ext cx="8520600" cy="3416400"/>
          </a:xfrm>
          <a:prstGeom prst="rect">
            <a:avLst/>
          </a:prstGeom>
        </p:spPr>
        <p:txBody>
          <a:bodyPr anchorCtr="0" anchor="t" bIns="91425" lIns="91425" spcFirstLastPara="1" rIns="91425" wrap="square" tIns="91425">
            <a:normAutofit/>
          </a:bodyPr>
          <a:lstStyle/>
          <a:p>
            <a:pPr indent="0" lvl="0" marL="0" rtl="0" algn="l">
              <a:spcBef>
                <a:spcPts val="0"/>
              </a:spcBef>
              <a:spcAft>
                <a:spcPts val="0"/>
              </a:spcAft>
              <a:buNone/>
            </a:pPr>
            <a:r>
              <a:t/>
            </a:r>
            <a:endParaRPr sz="1300"/>
          </a:p>
          <a:p>
            <a:pPr indent="0" lvl="0" marL="0" rtl="0" algn="l">
              <a:spcBef>
                <a:spcPts val="1200"/>
              </a:spcBef>
              <a:spcAft>
                <a:spcPts val="0"/>
              </a:spcAft>
              <a:buClr>
                <a:schemeClr val="dk1"/>
              </a:buClr>
              <a:buSzPts val="1100"/>
              <a:buFont typeface="Arial"/>
              <a:buNone/>
            </a:pPr>
            <a:r>
              <a:rPr lang="en" sz="1300">
                <a:solidFill>
                  <a:schemeClr val="dk1"/>
                </a:solidFill>
              </a:rPr>
              <a:t>Handling </a:t>
            </a:r>
            <a:r>
              <a:rPr b="1" lang="en" sz="1300">
                <a:solidFill>
                  <a:schemeClr val="dk1"/>
                </a:solidFill>
              </a:rPr>
              <a:t>highly skewed distributions</a:t>
            </a:r>
            <a:r>
              <a:rPr lang="en" sz="1300">
                <a:solidFill>
                  <a:schemeClr val="dk1"/>
                </a:solidFill>
              </a:rPr>
              <a:t> (e.g. price, lot size) without discarding real luxury homes.</a:t>
            </a:r>
            <a:br>
              <a:rPr lang="en" sz="1300">
                <a:solidFill>
                  <a:schemeClr val="dk1"/>
                </a:solidFill>
              </a:rPr>
            </a:br>
            <a:endParaRPr sz="1300">
              <a:solidFill>
                <a:schemeClr val="dk1"/>
              </a:solidFill>
            </a:endParaRPr>
          </a:p>
          <a:p>
            <a:pPr indent="0" lvl="0" marL="0" rtl="0" algn="l">
              <a:spcBef>
                <a:spcPts val="1200"/>
              </a:spcBef>
              <a:spcAft>
                <a:spcPts val="0"/>
              </a:spcAft>
              <a:buClr>
                <a:schemeClr val="dk1"/>
              </a:buClr>
              <a:buSzPts val="1100"/>
              <a:buFont typeface="Arial"/>
              <a:buNone/>
            </a:pPr>
            <a:r>
              <a:rPr lang="en" sz="1300">
                <a:solidFill>
                  <a:schemeClr val="dk1"/>
                </a:solidFill>
              </a:rPr>
              <a:t>Managing </a:t>
            </a:r>
            <a:r>
              <a:rPr b="1" lang="en" sz="1300">
                <a:solidFill>
                  <a:schemeClr val="dk1"/>
                </a:solidFill>
              </a:rPr>
              <a:t>geographical variance</a:t>
            </a:r>
            <a:r>
              <a:rPr lang="en" sz="1300">
                <a:solidFill>
                  <a:schemeClr val="dk1"/>
                </a:solidFill>
              </a:rPr>
              <a:t> — same sqft may mean very different prices across ZIP codes.</a:t>
            </a:r>
            <a:br>
              <a:rPr lang="en" sz="1300">
                <a:solidFill>
                  <a:schemeClr val="dk1"/>
                </a:solidFill>
              </a:rPr>
            </a:br>
            <a:endParaRPr sz="1300">
              <a:solidFill>
                <a:schemeClr val="dk1"/>
              </a:solidFill>
            </a:endParaRPr>
          </a:p>
          <a:p>
            <a:pPr indent="0" lvl="0" marL="0" rtl="0" algn="l">
              <a:spcBef>
                <a:spcPts val="1200"/>
              </a:spcBef>
              <a:spcAft>
                <a:spcPts val="0"/>
              </a:spcAft>
              <a:buClr>
                <a:schemeClr val="dk1"/>
              </a:buClr>
              <a:buSzPts val="1100"/>
              <a:buFont typeface="Arial"/>
              <a:buNone/>
            </a:pPr>
            <a:r>
              <a:rPr lang="en" sz="1300">
                <a:solidFill>
                  <a:schemeClr val="dk1"/>
                </a:solidFill>
              </a:rPr>
              <a:t>Preventing </a:t>
            </a:r>
            <a:r>
              <a:rPr b="1" lang="en" sz="1300">
                <a:solidFill>
                  <a:schemeClr val="dk1"/>
                </a:solidFill>
              </a:rPr>
              <a:t>overfitting</a:t>
            </a:r>
            <a:r>
              <a:rPr lang="en" sz="1300">
                <a:solidFill>
                  <a:schemeClr val="dk1"/>
                </a:solidFill>
              </a:rPr>
              <a:t> in high-capacity models (solved via tuning).</a:t>
            </a:r>
            <a:br>
              <a:rPr lang="en" sz="1300">
                <a:solidFill>
                  <a:schemeClr val="dk1"/>
                </a:solidFill>
              </a:rPr>
            </a:br>
            <a:endParaRPr sz="1300">
              <a:solidFill>
                <a:schemeClr val="dk1"/>
              </a:solidFill>
            </a:endParaRPr>
          </a:p>
          <a:p>
            <a:pPr indent="0" lvl="0" marL="0" rtl="0" algn="l">
              <a:spcBef>
                <a:spcPts val="1200"/>
              </a:spcBef>
              <a:spcAft>
                <a:spcPts val="0"/>
              </a:spcAft>
              <a:buClr>
                <a:schemeClr val="dk1"/>
              </a:buClr>
              <a:buSzPts val="1100"/>
              <a:buFont typeface="Arial"/>
              <a:buNone/>
            </a:pPr>
            <a:r>
              <a:rPr lang="en" sz="1300">
                <a:solidFill>
                  <a:schemeClr val="dk1"/>
                </a:solidFill>
              </a:rPr>
              <a:t>Ensuring </a:t>
            </a:r>
            <a:r>
              <a:rPr b="1" lang="en" sz="1300">
                <a:solidFill>
                  <a:schemeClr val="dk1"/>
                </a:solidFill>
              </a:rPr>
              <a:t>scalability and interpretability</a:t>
            </a:r>
            <a:r>
              <a:rPr lang="en" sz="1300">
                <a:solidFill>
                  <a:schemeClr val="dk1"/>
                </a:solidFill>
              </a:rPr>
              <a:t> for future deployment</a:t>
            </a:r>
            <a:endParaRPr sz="1300">
              <a:solidFill>
                <a:schemeClr val="dk1"/>
              </a:solidFill>
            </a:endParaRPr>
          </a:p>
          <a:p>
            <a:pPr indent="0" lvl="0" marL="0" rtl="0" algn="l">
              <a:spcBef>
                <a:spcPts val="1200"/>
              </a:spcBef>
              <a:spcAft>
                <a:spcPts val="1200"/>
              </a:spcAft>
              <a:buNone/>
            </a:pPr>
            <a:r>
              <a:t/>
            </a:r>
            <a:endParaRPr/>
          </a:p>
        </p:txBody>
      </p:sp>
    </p:spTree>
  </p:cSld>
  <p:clrMapOvr>
    <a:masterClrMapping/>
  </p:clrMapOvr>
</p:sld>
</file>

<file path=ppt/slides/slide1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01" name="Shape 201"/>
        <p:cNvGrpSpPr/>
        <p:nvPr/>
      </p:nvGrpSpPr>
      <p:grpSpPr>
        <a:xfrm>
          <a:off x="0" y="0"/>
          <a:ext cx="0" cy="0"/>
          <a:chOff x="0" y="0"/>
          <a:chExt cx="0" cy="0"/>
        </a:xfrm>
      </p:grpSpPr>
      <p:sp>
        <p:nvSpPr>
          <p:cNvPr id="202" name="Google Shape;202;p31"/>
          <p:cNvSpPr txBox="1"/>
          <p:nvPr>
            <p:ph type="title"/>
          </p:nvPr>
        </p:nvSpPr>
        <p:spPr>
          <a:xfrm>
            <a:off x="311700" y="445025"/>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Clr>
                <a:schemeClr val="dk1"/>
              </a:buClr>
              <a:buSzPct val="39285"/>
              <a:buFont typeface="Arial"/>
              <a:buNone/>
            </a:pPr>
            <a:r>
              <a:rPr b="1" lang="en"/>
              <a:t>Conclusion and Insights</a:t>
            </a:r>
            <a:endParaRPr/>
          </a:p>
        </p:txBody>
      </p:sp>
      <p:sp>
        <p:nvSpPr>
          <p:cNvPr id="203" name="Google Shape;203;p31"/>
          <p:cNvSpPr txBox="1"/>
          <p:nvPr>
            <p:ph idx="1" type="body"/>
          </p:nvPr>
        </p:nvSpPr>
        <p:spPr>
          <a:xfrm>
            <a:off x="311700" y="1152475"/>
            <a:ext cx="8520600" cy="3990900"/>
          </a:xfrm>
          <a:prstGeom prst="rect">
            <a:avLst/>
          </a:prstGeom>
        </p:spPr>
        <p:txBody>
          <a:bodyPr anchorCtr="0" anchor="t" bIns="91425" lIns="91425" spcFirstLastPara="1" rIns="91425" wrap="square" tIns="91425">
            <a:normAutofit fontScale="62500" lnSpcReduction="10000"/>
          </a:bodyPr>
          <a:lstStyle/>
          <a:p>
            <a:pPr indent="0" lvl="0" marL="0" rtl="0" algn="l">
              <a:spcBef>
                <a:spcPts val="1200"/>
              </a:spcBef>
              <a:spcAft>
                <a:spcPts val="0"/>
              </a:spcAft>
              <a:buClr>
                <a:schemeClr val="dk1"/>
              </a:buClr>
              <a:buSzPct val="55000"/>
              <a:buFont typeface="Arial"/>
              <a:buNone/>
            </a:pPr>
            <a:r>
              <a:rPr lang="en" sz="2000">
                <a:solidFill>
                  <a:schemeClr val="dk1"/>
                </a:solidFill>
              </a:rPr>
              <a:t>This project aimed to predict </a:t>
            </a:r>
            <a:r>
              <a:rPr b="1" lang="en" sz="2000">
                <a:solidFill>
                  <a:schemeClr val="dk1"/>
                </a:solidFill>
              </a:rPr>
              <a:t>house sale prices</a:t>
            </a:r>
            <a:r>
              <a:rPr lang="en" sz="2000">
                <a:solidFill>
                  <a:schemeClr val="dk1"/>
                </a:solidFill>
              </a:rPr>
              <a:t> using various features from the </a:t>
            </a:r>
            <a:r>
              <a:rPr b="1" lang="en" sz="2000">
                <a:solidFill>
                  <a:schemeClr val="dk1"/>
                </a:solidFill>
              </a:rPr>
              <a:t>King County dataset</a:t>
            </a:r>
            <a:r>
              <a:rPr lang="en" sz="2000">
                <a:solidFill>
                  <a:schemeClr val="dk1"/>
                </a:solidFill>
              </a:rPr>
              <a:t>, such as number of bedrooms/bathrooms, total living area, lot size, location, and more.</a:t>
            </a:r>
            <a:br>
              <a:rPr lang="en" sz="2000">
                <a:solidFill>
                  <a:schemeClr val="dk1"/>
                </a:solidFill>
              </a:rPr>
            </a:br>
            <a:r>
              <a:rPr lang="en" sz="2000">
                <a:solidFill>
                  <a:schemeClr val="dk1"/>
                </a:solidFill>
              </a:rPr>
              <a:t>We compared multiple models - from simple Linear Regression to advanced ensemble methods like </a:t>
            </a:r>
            <a:r>
              <a:rPr b="1" lang="en" sz="2000">
                <a:solidFill>
                  <a:schemeClr val="dk1"/>
                </a:solidFill>
              </a:rPr>
              <a:t>Random Forest</a:t>
            </a:r>
            <a:r>
              <a:rPr lang="en" sz="2000">
                <a:solidFill>
                  <a:schemeClr val="dk1"/>
                </a:solidFill>
              </a:rPr>
              <a:t>, </a:t>
            </a:r>
            <a:r>
              <a:rPr b="1" lang="en" sz="2000">
                <a:solidFill>
                  <a:schemeClr val="dk1"/>
                </a:solidFill>
              </a:rPr>
              <a:t>AdaBoost</a:t>
            </a:r>
            <a:r>
              <a:rPr lang="en" sz="2000">
                <a:solidFill>
                  <a:schemeClr val="dk1"/>
                </a:solidFill>
              </a:rPr>
              <a:t>, and </a:t>
            </a:r>
            <a:r>
              <a:rPr b="1" lang="en" sz="2000">
                <a:solidFill>
                  <a:schemeClr val="dk1"/>
                </a:solidFill>
              </a:rPr>
              <a:t>XGBoost</a:t>
            </a:r>
            <a:r>
              <a:rPr lang="en" sz="2000">
                <a:solidFill>
                  <a:schemeClr val="dk1"/>
                </a:solidFill>
              </a:rPr>
              <a:t> - both </a:t>
            </a:r>
            <a:r>
              <a:rPr b="1" lang="en" sz="2000">
                <a:solidFill>
                  <a:schemeClr val="dk1"/>
                </a:solidFill>
              </a:rPr>
              <a:t>before and after data cleaning and feature processing</a:t>
            </a:r>
            <a:r>
              <a:rPr lang="en" sz="2000">
                <a:solidFill>
                  <a:schemeClr val="dk1"/>
                </a:solidFill>
              </a:rPr>
              <a:t>.</a:t>
            </a:r>
            <a:endParaRPr sz="2000">
              <a:solidFill>
                <a:schemeClr val="dk1"/>
              </a:solidFill>
            </a:endParaRPr>
          </a:p>
          <a:p>
            <a:pPr indent="0" lvl="0" marL="0" rtl="0" algn="l">
              <a:spcBef>
                <a:spcPts val="1200"/>
              </a:spcBef>
              <a:spcAft>
                <a:spcPts val="0"/>
              </a:spcAft>
              <a:buClr>
                <a:schemeClr val="dk1"/>
              </a:buClr>
              <a:buSzPct val="55000"/>
              <a:buFont typeface="Arial"/>
              <a:buNone/>
            </a:pPr>
            <a:r>
              <a:rPr lang="en" sz="2000">
                <a:solidFill>
                  <a:schemeClr val="dk1"/>
                </a:solidFill>
              </a:rPr>
              <a:t>The main goal was to evaluate how data quality and modeling techniques influence predictive performance.</a:t>
            </a:r>
            <a:endParaRPr sz="2000">
              <a:solidFill>
                <a:schemeClr val="dk1"/>
              </a:solidFill>
            </a:endParaRPr>
          </a:p>
          <a:p>
            <a:pPr indent="0" lvl="0" marL="0" rtl="0" algn="l">
              <a:spcBef>
                <a:spcPts val="1200"/>
              </a:spcBef>
              <a:spcAft>
                <a:spcPts val="0"/>
              </a:spcAft>
              <a:buNone/>
            </a:pPr>
            <a:r>
              <a:rPr b="1" lang="en" sz="2000" u="sng">
                <a:solidFill>
                  <a:schemeClr val="dk1"/>
                </a:solidFill>
              </a:rPr>
              <a:t>After thorough experimentation and refinement:</a:t>
            </a:r>
            <a:endParaRPr b="1" sz="2000" u="sng">
              <a:solidFill>
                <a:schemeClr val="dk1"/>
              </a:solidFill>
            </a:endParaRPr>
          </a:p>
          <a:p>
            <a:pPr indent="0" lvl="0" marL="0" marR="381000" rtl="0" algn="l">
              <a:spcBef>
                <a:spcPts val="1200"/>
              </a:spcBef>
              <a:spcAft>
                <a:spcPts val="0"/>
              </a:spcAft>
              <a:buClr>
                <a:schemeClr val="dk1"/>
              </a:buClr>
              <a:buSzPct val="55000"/>
              <a:buFont typeface="Arial"/>
              <a:buNone/>
            </a:pPr>
            <a:r>
              <a:rPr b="1" lang="en" sz="2000">
                <a:solidFill>
                  <a:schemeClr val="dk1"/>
                </a:solidFill>
              </a:rPr>
              <a:t>XGBoost emerged as the most reliable and accurate model</a:t>
            </a:r>
            <a:r>
              <a:rPr lang="en" sz="2000">
                <a:solidFill>
                  <a:schemeClr val="dk1"/>
                </a:solidFill>
              </a:rPr>
              <a:t>, achieving strong generalization (R² ≈ 0.96) and robust performance across all validation metrics.</a:t>
            </a:r>
            <a:endParaRPr sz="2000">
              <a:solidFill>
                <a:schemeClr val="dk1"/>
              </a:solidFill>
            </a:endParaRPr>
          </a:p>
          <a:p>
            <a:pPr indent="0" lvl="0" marL="0" rtl="0" algn="l">
              <a:spcBef>
                <a:spcPts val="1200"/>
              </a:spcBef>
              <a:spcAft>
                <a:spcPts val="0"/>
              </a:spcAft>
              <a:buClr>
                <a:schemeClr val="dk1"/>
              </a:buClr>
              <a:buSzPct val="55000"/>
              <a:buFont typeface="Arial"/>
              <a:buNone/>
            </a:pPr>
            <a:r>
              <a:rPr b="1" lang="en" sz="2000" u="sng">
                <a:solidFill>
                  <a:schemeClr val="dk1"/>
                </a:solidFill>
              </a:rPr>
              <a:t>The study demonstrates that:</a:t>
            </a:r>
            <a:endParaRPr b="1" sz="2000" u="sng">
              <a:solidFill>
                <a:schemeClr val="dk1"/>
              </a:solidFill>
            </a:endParaRPr>
          </a:p>
          <a:p>
            <a:pPr indent="0" lvl="0" marL="0" rtl="0" algn="l">
              <a:spcBef>
                <a:spcPts val="1200"/>
              </a:spcBef>
              <a:spcAft>
                <a:spcPts val="0"/>
              </a:spcAft>
              <a:buNone/>
            </a:pPr>
            <a:r>
              <a:rPr b="1" lang="en" sz="2000">
                <a:solidFill>
                  <a:schemeClr val="dk1"/>
                </a:solidFill>
              </a:rPr>
              <a:t>Clean, engineered data (like features engineering + ensemble methods) = superior predictive accuracy</a:t>
            </a:r>
            <a:endParaRPr b="1" sz="2000">
              <a:solidFill>
                <a:schemeClr val="dk1"/>
              </a:solidFill>
            </a:endParaRPr>
          </a:p>
          <a:p>
            <a:pPr indent="0" lvl="0" marL="0" rtl="0" algn="l">
              <a:spcBef>
                <a:spcPts val="1200"/>
              </a:spcBef>
              <a:spcAft>
                <a:spcPts val="0"/>
              </a:spcAft>
              <a:buNone/>
            </a:pPr>
            <a:r>
              <a:rPr b="1" lang="en" sz="2000">
                <a:solidFill>
                  <a:schemeClr val="dk1"/>
                </a:solidFill>
              </a:rPr>
              <a:t>sqft_living, grade,waterfront, view, and location</a:t>
            </a:r>
            <a:r>
              <a:rPr lang="en" sz="2000">
                <a:solidFill>
                  <a:schemeClr val="dk1"/>
                </a:solidFill>
              </a:rPr>
              <a:t> are the key value drivers in King County’s housing market.</a:t>
            </a:r>
            <a:endParaRPr sz="2000">
              <a:solidFill>
                <a:schemeClr val="dk1"/>
              </a:solidFill>
            </a:endParaRPr>
          </a:p>
          <a:p>
            <a:pPr indent="0" lvl="0" marL="0" rtl="0" algn="l">
              <a:spcBef>
                <a:spcPts val="1200"/>
              </a:spcBef>
              <a:spcAft>
                <a:spcPts val="0"/>
              </a:spcAft>
              <a:buNone/>
            </a:pPr>
            <a:r>
              <a:t/>
            </a:r>
            <a:endParaRPr sz="2000">
              <a:solidFill>
                <a:schemeClr val="dk1"/>
              </a:solidFill>
            </a:endParaRPr>
          </a:p>
          <a:p>
            <a:pPr indent="0" lvl="0" marL="0" rtl="0" algn="l">
              <a:spcBef>
                <a:spcPts val="1200"/>
              </a:spcBef>
              <a:spcAft>
                <a:spcPts val="1200"/>
              </a:spcAft>
              <a:buNone/>
            </a:pPr>
            <a:r>
              <a:t/>
            </a:r>
            <a:endParaRPr/>
          </a:p>
        </p:txBody>
      </p:sp>
    </p:spTree>
  </p:cSld>
  <p:clrMapOvr>
    <a:masterClrMapping/>
  </p:clrMapOvr>
</p:sld>
</file>

<file path=ppt/slides/slide2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CFE2F3"/>
        </a:solidFill>
      </p:bgPr>
    </p:bg>
    <p:spTree>
      <p:nvGrpSpPr>
        <p:cNvPr id="207" name="Shape 207"/>
        <p:cNvGrpSpPr/>
        <p:nvPr/>
      </p:nvGrpSpPr>
      <p:grpSpPr>
        <a:xfrm>
          <a:off x="0" y="0"/>
          <a:ext cx="0" cy="0"/>
          <a:chOff x="0" y="0"/>
          <a:chExt cx="0" cy="0"/>
        </a:xfrm>
      </p:grpSpPr>
      <p:sp>
        <p:nvSpPr>
          <p:cNvPr id="208" name="Google Shape;208;p32"/>
          <p:cNvSpPr txBox="1"/>
          <p:nvPr>
            <p:ph type="title"/>
          </p:nvPr>
        </p:nvSpPr>
        <p:spPr>
          <a:xfrm>
            <a:off x="311700" y="445025"/>
            <a:ext cx="8520600" cy="8133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Clr>
                <a:schemeClr val="dk1"/>
              </a:buClr>
              <a:buSzPct val="39285"/>
              <a:buFont typeface="Arial"/>
              <a:buNone/>
            </a:pPr>
            <a:r>
              <a:rPr b="1" lang="en"/>
              <a:t>Prediction? 100% chance we’re done</a:t>
            </a:r>
            <a:endParaRPr b="1"/>
          </a:p>
          <a:p>
            <a:pPr indent="0" lvl="0" marL="0" rtl="0" algn="l">
              <a:spcBef>
                <a:spcPts val="0"/>
              </a:spcBef>
              <a:spcAft>
                <a:spcPts val="0"/>
              </a:spcAft>
              <a:buClr>
                <a:schemeClr val="dk1"/>
              </a:buClr>
              <a:buSzPct val="39285"/>
              <a:buFont typeface="Arial"/>
              <a:buNone/>
            </a:pPr>
            <a:r>
              <a:rPr b="1" lang="en"/>
              <a:t># The End()</a:t>
            </a:r>
            <a:endParaRPr/>
          </a:p>
        </p:txBody>
      </p:sp>
      <p:sp>
        <p:nvSpPr>
          <p:cNvPr id="209" name="Google Shape;209;p32"/>
          <p:cNvSpPr txBox="1"/>
          <p:nvPr>
            <p:ph idx="1" type="body"/>
          </p:nvPr>
        </p:nvSpPr>
        <p:spPr>
          <a:xfrm>
            <a:off x="311700" y="2194250"/>
            <a:ext cx="8520600" cy="1509900"/>
          </a:xfrm>
          <a:prstGeom prst="rect">
            <a:avLst/>
          </a:prstGeom>
        </p:spPr>
        <p:txBody>
          <a:bodyPr anchorCtr="0" anchor="t" bIns="91425" lIns="91425" spcFirstLastPara="1" rIns="91425" wrap="square" tIns="91425">
            <a:normAutofit/>
          </a:bodyPr>
          <a:lstStyle/>
          <a:p>
            <a:pPr indent="0" lvl="0" marL="0" rtl="0" algn="ctr">
              <a:spcBef>
                <a:spcPts val="0"/>
              </a:spcBef>
              <a:spcAft>
                <a:spcPts val="1200"/>
              </a:spcAft>
              <a:buNone/>
            </a:pPr>
            <a:r>
              <a:rPr lang="en"/>
              <a:t>We faced real-world challenges with skewed data and location variance, solved them through cleaning and feature design, and proved that XGBoost, combined with high-quality data, delivers accurate, explainable, and business-ready house price predictions</a:t>
            </a:r>
            <a:endParaRPr/>
          </a:p>
        </p:txBody>
      </p:sp>
    </p:spTree>
  </p:cSld>
  <p:clrMapOvr>
    <a:masterClrMapping/>
  </p:clrMapOvr>
</p:sld>
</file>

<file path=ppt/theme/theme1.xml><?xml version="1.0" encoding="utf-8"?>
<a:theme xmlns:a="http://schemas.openxmlformats.org/drawingml/2006/main" xmlns:r="http://schemas.openxmlformats.org/officeDocument/2006/relationships">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2.xml><?xml version="1.0" encoding="utf-8"?>
<a:theme xmlns:a="http://schemas.openxmlformats.org/drawingml/2006/main" xmlns:r="http://schemas.openxmlformats.org/officeDocument/2006/relationships" name="Simple Light">
  <a:themeElements>
    <a:clrScheme name="Simple Light">
      <a:dk1>
        <a:srgbClr val="000000"/>
      </a:dk1>
      <a:lt1>
        <a:srgbClr val="FFFFFF"/>
      </a:lt1>
      <a:dk2>
        <a:srgbClr val="595959"/>
      </a:dk2>
      <a:lt2>
        <a:srgbClr val="EEEEEE"/>
      </a:lt2>
      <a:accent1>
        <a:srgbClr val="4285F4"/>
      </a:accent1>
      <a:accent2>
        <a:srgbClr val="212121"/>
      </a:accent2>
      <a:accent3>
        <a:srgbClr val="78909C"/>
      </a:accent3>
      <a:accent4>
        <a:srgbClr val="FFAB40"/>
      </a:accent4>
      <a:accent5>
        <a:srgbClr val="0097A7"/>
      </a:accent5>
      <a:accent6>
        <a:srgbClr val="EEFF41"/>
      </a:accent6>
      <a:hlink>
        <a:srgbClr val="0097A7"/>
      </a:hlink>
      <a:folHlink>
        <a:srgbClr val="0097A7"/>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